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ac25e864b9c4c35" /><Relationship Type="http://schemas.openxmlformats.org/officeDocument/2006/relationships/extended-properties" Target="/docProps/app.xml" Id="R4252e787e8f64527" /><Relationship Type="http://schemas.openxmlformats.org/officeDocument/2006/relationships/officeDocument" Target="/ppt/presentation.xml" Id="R558d13267f634830" /></Relationships>
</file>

<file path=ppt/presentation.xml><?xml version="1.0" encoding="utf-8"?>
<p:presentation xmlns:p="http://schemas.openxmlformats.org/presentationml/2006/main">
  <p:sldMasterIdLst>
    <p:sldMasterId xmlns:r="http://schemas.openxmlformats.org/officeDocument/2006/relationships" id="2147483648" r:id="R7602e82dd3b04976"/>
  </p:sldMasterIdLst>
  <p:notesMasterIdLst>
    <p:notesMasterId xmlns:r="http://schemas.openxmlformats.org/officeDocument/2006/relationships" r:id="Rf70ac18cc1cb4ef0"/>
  </p:notesMasterIdLst>
  <p:sldIdLst>
    <p:sldId xmlns:r="http://schemas.openxmlformats.org/officeDocument/2006/relationships" id="256" r:id="R30d9676c5256417e"/>
    <p:sldId xmlns:r="http://schemas.openxmlformats.org/officeDocument/2006/relationships" id="257" r:id="R0639894209e04ae2"/>
    <p:sldId xmlns:r="http://schemas.openxmlformats.org/officeDocument/2006/relationships" id="258" r:id="Rdbe612f8d0c74214"/>
    <p:sldId xmlns:r="http://schemas.openxmlformats.org/officeDocument/2006/relationships" id="259" r:id="R007e218fe33141f6"/>
    <p:sldId xmlns:r="http://schemas.openxmlformats.org/officeDocument/2006/relationships" id="260" r:id="R29e4ac90c8b44ed7"/>
    <p:sldId xmlns:r="http://schemas.openxmlformats.org/officeDocument/2006/relationships" id="261" r:id="R409ceb67a97245b1"/>
    <p:sldId xmlns:r="http://schemas.openxmlformats.org/officeDocument/2006/relationships" id="262" r:id="R4dab7803742e40a8"/>
    <p:sldId xmlns:r="http://schemas.openxmlformats.org/officeDocument/2006/relationships" id="263" r:id="Raba2798d640748d8"/>
    <p:sldId xmlns:r="http://schemas.openxmlformats.org/officeDocument/2006/relationships" id="264" r:id="R62530a0e789d4c10"/>
    <p:sldId xmlns:r="http://schemas.openxmlformats.org/officeDocument/2006/relationships" id="265" r:id="R7de01e514c6d457c"/>
    <p:sldId xmlns:r="http://schemas.openxmlformats.org/officeDocument/2006/relationships" id="266" r:id="R83c12ef74c7f47b5"/>
    <p:sldId xmlns:r="http://schemas.openxmlformats.org/officeDocument/2006/relationships" id="267" r:id="R7b7b6804f8aa4783"/>
    <p:sldId xmlns:r="http://schemas.openxmlformats.org/officeDocument/2006/relationships" id="268" r:id="Rff6cc4128ee84a08"/>
    <p:sldId xmlns:r="http://schemas.openxmlformats.org/officeDocument/2006/relationships" id="269" r:id="R09e835fff1d24951"/>
    <p:sldId xmlns:r="http://schemas.openxmlformats.org/officeDocument/2006/relationships" id="270" r:id="Re0a0d6db6ebe4cde"/>
    <p:sldId xmlns:r="http://schemas.openxmlformats.org/officeDocument/2006/relationships" id="271" r:id="R9a969dfd71b54740"/>
    <p:sldId xmlns:r="http://schemas.openxmlformats.org/officeDocument/2006/relationships" id="272" r:id="R00465f4ec6f24072"/>
    <p:sldId xmlns:r="http://schemas.openxmlformats.org/officeDocument/2006/relationships" id="273" r:id="R42873e0813594598"/>
    <p:sldId xmlns:r="http://schemas.openxmlformats.org/officeDocument/2006/relationships" id="274" r:id="R394e99be8e794b6b"/>
    <p:sldId xmlns:r="http://schemas.openxmlformats.org/officeDocument/2006/relationships" id="275" r:id="R849b3835d75647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5c6e3b78f0452c" /><Relationship Type="http://schemas.openxmlformats.org/officeDocument/2006/relationships/slideMaster" Target="/ppt/slideMasters/slideMaster1.xml" Id="R7602e82dd3b04976" /><Relationship Type="http://schemas.openxmlformats.org/officeDocument/2006/relationships/notesMaster" Target="/ppt/notesMasters/notesMaster1.xml" Id="Rf70ac18cc1cb4ef0" /><Relationship Type="http://schemas.openxmlformats.org/officeDocument/2006/relationships/presProps" Target="/ppt/presProps.xml" Id="R193445430b3442d0" /><Relationship Type="http://schemas.openxmlformats.org/officeDocument/2006/relationships/tableStyles" Target="/ppt/tableStyles.xml" Id="Rabe66bae6c524209" /><Relationship Type="http://schemas.openxmlformats.org/officeDocument/2006/relationships/slide" Target="/ppt/slides/slide1.xml" Id="R30d9676c5256417e" /><Relationship Type="http://schemas.openxmlformats.org/officeDocument/2006/relationships/slide" Target="/ppt/slides/slide2.xml" Id="R0639894209e04ae2" /><Relationship Type="http://schemas.openxmlformats.org/officeDocument/2006/relationships/slide" Target="/ppt/slides/slide3.xml" Id="Rdbe612f8d0c74214" /><Relationship Type="http://schemas.openxmlformats.org/officeDocument/2006/relationships/slide" Target="/ppt/slides/slide4.xml" Id="R007e218fe33141f6" /><Relationship Type="http://schemas.openxmlformats.org/officeDocument/2006/relationships/slide" Target="/ppt/slides/slide5.xml" Id="R29e4ac90c8b44ed7" /><Relationship Type="http://schemas.openxmlformats.org/officeDocument/2006/relationships/slide" Target="/ppt/slides/slide6.xml" Id="R409ceb67a97245b1" /><Relationship Type="http://schemas.openxmlformats.org/officeDocument/2006/relationships/slide" Target="/ppt/slides/slide7.xml" Id="R4dab7803742e40a8" /><Relationship Type="http://schemas.openxmlformats.org/officeDocument/2006/relationships/slide" Target="/ppt/slides/slide8.xml" Id="Raba2798d640748d8" /><Relationship Type="http://schemas.openxmlformats.org/officeDocument/2006/relationships/slide" Target="/ppt/slides/slide9.xml" Id="R62530a0e789d4c10" /><Relationship Type="http://schemas.openxmlformats.org/officeDocument/2006/relationships/slide" Target="/ppt/slides/slide10.xml" Id="R7de01e514c6d457c" /><Relationship Type="http://schemas.openxmlformats.org/officeDocument/2006/relationships/slide" Target="/ppt/slides/slide11.xml" Id="R83c12ef74c7f47b5" /><Relationship Type="http://schemas.openxmlformats.org/officeDocument/2006/relationships/slide" Target="/ppt/slides/slide12.xml" Id="R7b7b6804f8aa4783" /><Relationship Type="http://schemas.openxmlformats.org/officeDocument/2006/relationships/slide" Target="/ppt/slides/slide13.xml" Id="Rff6cc4128ee84a08" /><Relationship Type="http://schemas.openxmlformats.org/officeDocument/2006/relationships/slide" Target="/ppt/slides/slide14.xml" Id="R09e835fff1d24951" /><Relationship Type="http://schemas.openxmlformats.org/officeDocument/2006/relationships/slide" Target="/ppt/slides/slide15.xml" Id="Re0a0d6db6ebe4cde" /><Relationship Type="http://schemas.openxmlformats.org/officeDocument/2006/relationships/slide" Target="/ppt/slides/slide16.xml" Id="R9a969dfd71b54740" /><Relationship Type="http://schemas.openxmlformats.org/officeDocument/2006/relationships/slide" Target="/ppt/slides/slide17.xml" Id="R00465f4ec6f24072" /><Relationship Type="http://schemas.openxmlformats.org/officeDocument/2006/relationships/slide" Target="/ppt/slides/slide18.xml" Id="R42873e0813594598" /><Relationship Type="http://schemas.openxmlformats.org/officeDocument/2006/relationships/slide" Target="/ppt/slides/slide19.xml" Id="R394e99be8e794b6b" /><Relationship Type="http://schemas.openxmlformats.org/officeDocument/2006/relationships/slide" Target="/ppt/slides/slide20.xml" Id="R849b3835d75647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dcd219cb3f47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3c780e1c824adc" /><Relationship Type="http://schemas.openxmlformats.org/officeDocument/2006/relationships/notesMaster" Target="/ppt/notesMasters/notesMaster1.xml" Id="R6d93f556e7034b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b1fed46cba4356" /><Relationship Type="http://schemas.openxmlformats.org/officeDocument/2006/relationships/notesMaster" Target="/ppt/notesMasters/notesMaster1.xml" Id="Ree7a6b399ba147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91b37e732e464d" /><Relationship Type="http://schemas.openxmlformats.org/officeDocument/2006/relationships/notesMaster" Target="/ppt/notesMasters/notesMaster1.xml" Id="R591476e6f2324d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6c3dca1bec4288" /><Relationship Type="http://schemas.openxmlformats.org/officeDocument/2006/relationships/notesMaster" Target="/ppt/notesMasters/notesMaster1.xml" Id="R17c17278fe5d4a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235bfc07d044e4" /><Relationship Type="http://schemas.openxmlformats.org/officeDocument/2006/relationships/notesMaster" Target="/ppt/notesMasters/notesMaster1.xml" Id="Raf56934dd05642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c4bf2439e74822" /><Relationship Type="http://schemas.openxmlformats.org/officeDocument/2006/relationships/notesMaster" Target="/ppt/notesMasters/notesMaster1.xml" Id="R0b297ce21d144f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412a0cbaa44223" /><Relationship Type="http://schemas.openxmlformats.org/officeDocument/2006/relationships/notesMaster" Target="/ppt/notesMasters/notesMaster1.xml" Id="R312a658ce8f645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032cc0d9e2430b" /><Relationship Type="http://schemas.openxmlformats.org/officeDocument/2006/relationships/notesMaster" Target="/ppt/notesMasters/notesMaster1.xml" Id="R9999738c098947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9ab70310aa47d0" /><Relationship Type="http://schemas.openxmlformats.org/officeDocument/2006/relationships/notesMaster" Target="/ppt/notesMasters/notesMaster1.xml" Id="Reca07f46c2a14e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637f119f1e453d" /><Relationship Type="http://schemas.openxmlformats.org/officeDocument/2006/relationships/notesMaster" Target="/ppt/notesMasters/notesMaster1.xml" Id="Ree770088c19a4e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1a43264b454ff2" /><Relationship Type="http://schemas.openxmlformats.org/officeDocument/2006/relationships/notesMaster" Target="/ppt/notesMasters/notesMaster1.xml" Id="R5c6ad4cbe8a741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6d3529dd62455e" /><Relationship Type="http://schemas.openxmlformats.org/officeDocument/2006/relationships/notesMaster" Target="/ppt/notesMasters/notesMaster1.xml" Id="Rb02fdfb852a446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928af8e02f74799" /><Relationship Type="http://schemas.openxmlformats.org/officeDocument/2006/relationships/notesMaster" Target="/ppt/notesMasters/notesMaster1.xml" Id="R8c3e86b7f30a49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05861e6c234f90" /><Relationship Type="http://schemas.openxmlformats.org/officeDocument/2006/relationships/notesMaster" Target="/ppt/notesMasters/notesMaster1.xml" Id="R16ff3eb29973452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c35546d8b34e20" /><Relationship Type="http://schemas.openxmlformats.org/officeDocument/2006/relationships/notesMaster" Target="/ppt/notesMasters/notesMaster1.xml" Id="R61d9c527abed44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4c8d243a6740c2" /><Relationship Type="http://schemas.openxmlformats.org/officeDocument/2006/relationships/notesMaster" Target="/ppt/notesMasters/notesMaster1.xml" Id="Rbf78c202df884e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94ba3789ac492e" /><Relationship Type="http://schemas.openxmlformats.org/officeDocument/2006/relationships/notesMaster" Target="/ppt/notesMasters/notesMaster1.xml" Id="R9b910c83c3d447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4ca677ef6a41e8" /><Relationship Type="http://schemas.openxmlformats.org/officeDocument/2006/relationships/notesMaster" Target="/ppt/notesMasters/notesMaster1.xml" Id="Ra1d7f647a46643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7ed12264f74868" /><Relationship Type="http://schemas.openxmlformats.org/officeDocument/2006/relationships/notesMaster" Target="/ppt/notesMasters/notesMaster1.xml" Id="Rdc5286adaa2146c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4f9af892684486" /><Relationship Type="http://schemas.openxmlformats.org/officeDocument/2006/relationships/notesMaster" Target="/ppt/notesMasters/notesMaster1.xml" Id="R58e8a796584b46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CivicFlow, the Smart Government Service Delivery Platform developed for Group 1. The implementation baseline is release 1.0.1, prepared on 19 October 2026. The scheduled presentation is 28 November and portal submission is 29 November. Do not imply a government department has already adopted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Group 1 proposal. Delays, queues and limited transparency define the design problem. No office survey or quantified waiting-time study was conducted. Explain the difference between an electronic form and a service record that remains traceable after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aim is to design, implement and evaluate a citizen service platform with controlled departmental processing. The report distinguishes implemented technical functions from outcomes needing a later pilot. The six objectives are grouped here without claiming measured public-sector time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allocation follows the confirmed team structure. Aminu and John are assigned Development. Mustapha and Odira are assigned Documentation. Bolaji manages the project and coordinates QA. Each member should confirm the actual contribution they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app/permissions.php in release 1.0.1. Role membership and record scope are distinct. An auditor has organisation scope without default internal-note, attachment-download or decision rights. Communications can manage notices without case access. Additional staff roles combine rights. Drafts remain owner-private.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UN DESA (2024), https://desapublications.un.org/publications/un-e-government-survey-2024 ; World Bank, https://www.worldbank.org/en/programs/govtech/gtmi ; Hevner et al. (2004), https://doi.org/10.2307/25148625 ; NIST RBAC, https://csrc.nist.gov/projects/role-based-access-control . These sources inform the design. They do not certify this application or establish local service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820 requires proposal approval before coding, requirements and ADD review, a prototype, system tests, deployment and final defence. Explain the actual review record. The remaining plan starts 23 October. Sprint 1 ends 1 November, Sprint 2 ends 15 November and Sprint 3 ends 27 November. Defence is 28 November and portal submission is 29 November before 11:59 p.m. WAT. The supplied eleven-week guide and nine-week portal window need supervisor confirmation of the compressed mapping. Do not imply that the prepared registers are completed meeting records. Source: Iconic University MIT 820 course guidelines supplied with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application modules and system architecture. The front controller checks session, CSRF and permission before the service workflows act. PDO persists records; private storage holds file bytes. The CLI worker handles escalation and external delivery. Optional AI receives public service facts rather than private-case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app/database.php. The implementation has 21 tables. This is the core view, with identity and communications relationships in the design booklet. The user, selected service, current department and optional assigned officer are distinct references. Actor and uploader references remain in the full constraint register.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domain.php and actions.php. Drafts stay private and have no target until submission. A citizen reply to Needs information returns to Submitted, and an officer may resume review. A permit can be Approved and a complaint Resolved. Either can be Rejected after review. Eligible withdrawal and resolved-complaint reopening are separate owner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security.php, permissions.php and account_security.php. Navigation does not establish authorisation. Every protected action and document route checks the required permission and scope. A citizen cannot promote an account through registration. An auditor’s broad case view does not permit internal notes by default.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application security, account-security and domain modules. Passwords use PHP hashing, bounded to 72 bytes for bcrypt compatibility. MFA secrets and provider credentials are encrypted using the installation key. File hashes record integrity metadata and do not constitute a malware scan.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integrations.php, email_templates.php and domain.php. In-app updates remain immediate. Held records require review and explicit requeue after a channel is configured. Sent means acceptance by the provider, with no destination receipt assertion. AI is optional and uses public facts; the local guide is labelled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included acceptance-sqlite.json 124, acceptance-live.json 13, acceptance-installer.json 5, acceptance-landing-demo.json 113 and acceptance-carousel.json 12. Total 267. These are assertion counts in recorded local conditions. The carousel suite is a script fixture and explicitly not a rendered browser test. Most timestamped evidence ran on 19 October 2026. Hosted MySQL, accessibility, capacity, restoration and real provider receipt remain separate acceptance activities.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submission preparation identified an archive issue that a development-copy test missed: empty runtime directories were omitted. Protection files now retain those folders. The password limit now matches the bcrypt byte boundary, and a new regression assertion verifies it. Explain why the extracted artifact must be checked as part of release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setup guide and release package. The deployable ZIP is inside the full academic pack; the whole academic ZIP is not the website. Use a new directory and database. The installer creates the administrator and locks itself. The operator must configure staff, service authority, providers and cron before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pack supplies a local evaluation route and sample account identifiers. The sample password is chosen during installation, not shipped as a fixed credential. No hosted URL or completed video is asserted. If the course requires remote access or a recording, add a verified deployment address or real checked browser recording.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makes a bounded technical contribution. A hosted PDO-MySQL acceptance run, device/accessibility review, provider destination receipts, load benchmark, independent assessment and restoration rehearsal remain deployment tasks. Payment, legal identity, statutory integration and signed permits require authority-specific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demonstrates a connected citizen request and departmental processing workflow, with tested permission boundaries. It has not yet measured an improvement in actual government service time. Recommend target-host acceptance and an authorised pilot with baseline and follow-up measures. Invite questions on the schema, workflow, scope and actual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bibliography appears in the academic report. New technical references: Souppaya, Scarfone and Dodson (2022), NIST SP 800-218, https://doi.org/10.6028/NIST.SP.800-218; OWASP ASVS 5.0.0 (2025), https://asvs.owasp.org/; W3C WCAG 2.2 Recommendation 12 December 2024, https://www.w3.org/TR/WCAG22/. The project uses these as guidance and does not claim full conformity.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6ca233fca94c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eee15d1c5a4b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3b80f24a6741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19b51ce72e4e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b12dbbe6214f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d59b5bc4b4f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2C24E8-2E6F-4113-8D89-E26B3C85B4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F22631-CE08-48D0-AB2F-ED68ACBF70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8FE1042-7597-4EFB-B65A-24049B788D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E8509D-FBE7-4160-BE80-6CE463E56B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58A8E9-132C-4E9D-8C3B-B09DA1BDB3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78990FC-6595-4E0E-9266-EAD469F8E6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C25AA6-BF93-4B2F-9377-DD265B5260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5C4D1D-148E-469C-B431-74292DEB2F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0D3E6D-C340-45CA-AD03-EEB06B2E8A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E300DE-7488-4217-B17B-829CAC7317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d4cc4ed81d461a" /><Relationship Type="http://schemas.openxmlformats.org/officeDocument/2006/relationships/slideLayout" Target="/ppt/slideLayouts/slideLayout1.xml" Id="R2ac98f5acfa44d57" /><Relationship Type="http://schemas.openxmlformats.org/officeDocument/2006/relationships/slideLayout" Target="/ppt/slideLayouts/slideLayout2.xml" Id="Rbf2a934f2fcd45d7" /><Relationship Type="http://schemas.openxmlformats.org/officeDocument/2006/relationships/slideLayout" Target="/ppt/slideLayouts/slideLayout3.xml" Id="R9976305dbdb2454e" /><Relationship Type="http://schemas.openxmlformats.org/officeDocument/2006/relationships/slideLayout" Target="/ppt/slideLayouts/slideLayout4.xml" Id="R7dc6c649fb194138" /><Relationship Type="http://schemas.openxmlformats.org/officeDocument/2006/relationships/slideLayout" Target="/ppt/slideLayouts/slideLayout5.xml" Id="R40544bf686ef47e6" /><Relationship Type="http://schemas.openxmlformats.org/officeDocument/2006/relationships/slideLayout" Target="/ppt/slideLayouts/slideLayout6.xml" Id="Rc525b200c77d4c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c98f5acfa44d57"/>
    <p:sldLayoutId xmlns:r="http://schemas.openxmlformats.org/officeDocument/2006/relationships" id="2147483650" r:id="Rbf2a934f2fcd45d7"/>
    <p:sldLayoutId xmlns:r="http://schemas.openxmlformats.org/officeDocument/2006/relationships" id="2147483651" r:id="R9976305dbdb2454e"/>
    <p:sldLayoutId xmlns:r="http://schemas.openxmlformats.org/officeDocument/2006/relationships" id="2147483652" r:id="R7dc6c649fb194138"/>
    <p:sldLayoutId xmlns:r="http://schemas.openxmlformats.org/officeDocument/2006/relationships" id="2147483653" r:id="R40544bf686ef47e6"/>
    <p:sldLayoutId xmlns:r="http://schemas.openxmlformats.org/officeDocument/2006/relationships" id="2147483654" r:id="Rc525b200c77d4c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11af35a9ba409f" /><Relationship Type="http://schemas.openxmlformats.org/officeDocument/2006/relationships/notesSlide" Target="/ppt/notesSlides/notesSlide1.xml" Id="R2f4b4574877942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f9224a34d94664" /><Relationship Type="http://schemas.openxmlformats.org/officeDocument/2006/relationships/notesSlide" Target="/ppt/notesSlides/notesSlide2.xml" Id="R5f47a05c1cab47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db17af03a24703" /><Relationship Type="http://schemas.openxmlformats.org/officeDocument/2006/relationships/notesSlide" Target="/ppt/notesSlides/notesSlide3.xml" Id="Rd8fd18cda8fb45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47dca48e484f7b" /><Relationship Type="http://schemas.openxmlformats.org/officeDocument/2006/relationships/notesSlide" Target="/ppt/notesSlides/notesSlide4.xml" Id="R7a5692aeff7c46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93328dea96d40ae" /><Relationship Type="http://schemas.openxmlformats.org/officeDocument/2006/relationships/notesSlide" Target="/ppt/notesSlides/notesSlide5.xml" Id="R4c10c509f88041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0ca65545364b7d" /><Relationship Type="http://schemas.openxmlformats.org/officeDocument/2006/relationships/notesSlide" Target="/ppt/notesSlides/notesSlide6.xml" Id="Re2418cd4828c41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cf168a6e9fe4384" /><Relationship Type="http://schemas.openxmlformats.org/officeDocument/2006/relationships/notesSlide" Target="/ppt/notesSlides/notesSlide7.xml" Id="R28b7648dcae146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e2a05a081748e6" /><Relationship Type="http://schemas.openxmlformats.org/officeDocument/2006/relationships/notesSlide" Target="/ppt/notesSlides/notesSlide8.xml" Id="Rc7a6f558bcce4e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30562fa823443ab" /><Relationship Type="http://schemas.openxmlformats.org/officeDocument/2006/relationships/notesSlide" Target="/ppt/notesSlides/notesSlide9.xml" Id="R59fc78e5ddbc44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7b54182f3d479f" /><Relationship Type="http://schemas.openxmlformats.org/officeDocument/2006/relationships/notesSlide" Target="/ppt/notesSlides/notesSlide10.xml" Id="Rb318dc1117264e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988cc3f6c7c498b" /><Relationship Type="http://schemas.openxmlformats.org/officeDocument/2006/relationships/notesSlide" Target="/ppt/notesSlides/notesSlide11.xml" Id="Rd9ea748cc10740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5735aefce443b0" /><Relationship Type="http://schemas.openxmlformats.org/officeDocument/2006/relationships/notesSlide" Target="/ppt/notesSlides/notesSlide12.xml" Id="R2542b653569a4d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7de461a81e44128" /><Relationship Type="http://schemas.openxmlformats.org/officeDocument/2006/relationships/notesSlide" Target="/ppt/notesSlides/notesSlide13.xml" Id="Rf72a80b58b944f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d5f8b1d308f499c" /><Relationship Type="http://schemas.openxmlformats.org/officeDocument/2006/relationships/chart" Target="/ppt/slides/charts/chart1.xml" Id="R31310e5bf5324a50" /><Relationship Type="http://schemas.openxmlformats.org/officeDocument/2006/relationships/notesSlide" Target="/ppt/notesSlides/notesSlide14.xml" Id="Re62bcefd680149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f9a559b6d64d12" /><Relationship Type="http://schemas.openxmlformats.org/officeDocument/2006/relationships/notesSlide" Target="/ppt/notesSlides/notesSlide15.xml" Id="Re0ac7a67097b4aa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f63a29541fd48d8" /><Relationship Type="http://schemas.openxmlformats.org/officeDocument/2006/relationships/notesSlide" Target="/ppt/notesSlides/notesSlide16.xml" Id="Ra2fca8352abe49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f66151e58f741c7" /><Relationship Type="http://schemas.openxmlformats.org/officeDocument/2006/relationships/notesSlide" Target="/ppt/notesSlides/notesSlide17.xml" Id="R41b382cabf3541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d06a7f6c3aa475f" /><Relationship Type="http://schemas.openxmlformats.org/officeDocument/2006/relationships/notesSlide" Target="/ppt/notesSlides/notesSlide18.xml" Id="R5c9ec216091745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db814408794028" /><Relationship Type="http://schemas.openxmlformats.org/officeDocument/2006/relationships/notesSlide" Target="/ppt/notesSlides/notesSlide19.xml" Id="R08394413376342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2fe34481c6f4d01" /><Relationship Type="http://schemas.openxmlformats.org/officeDocument/2006/relationships/notesSlide" Target="/ppt/notesSlides/notesSlide20.xml" Id="Reda1b0791bd64e3b" /></Relationships>
</file>

<file path=ppt/slides/charts/_rels/chart1.xml.rels><?xml version='1.0' encoding='UTF-8' standalone='yes'?>
<Relationships xmlns="http://schemas.openxmlformats.org/package/2006/relationships"><Relationship Id="rIdWorkbook" Type="http://schemas.openxmlformats.org/officeDocument/2006/relationships/package" Target="../../embeddings/chart-data-snapshot-001.xlsx"/></Relationships>
</file>

<file path=ppt/slides/charts/chart1.xml><?xml version="1.0" encoding="utf-8"?>
<c:chartSpace xmlns:c="http://schemas.openxmlformats.org/drawingml/2006/chart">
  <c:lang val="en-US"/>
  <c:chart>
    <c:plotArea>
      <c:barChart>
        <c:barDir val="col"/>
        <c:grouping val="clustered"/>
        <c:varyColors val="0"/>
        <c:ser>
          <c:idx val="0"/>
          <c:order val="0"/>
          <c:tx>
            <c:v>Passed checks</c:v>
          </c:tx>
          <c:spPr>
            <a:solidFill xmlns:a="http://schemas.openxmlformats.org/drawingml/2006/main">
              <a:srgbClr val="075E45"/>
            </a:solidFill>
          </c:spPr>
          <c:invertIfNegative val="0"/>
          <c:cat>
            <c:strRef>
              <c:f>'Chart Data'!$A$2:$A$6</c:f>
              <c:strCache>
                <c:ptCount val="5"/>
                <c:pt idx="0">
                  <c:v>Workflow</c:v>
                </c:pt>
                <c:pt idx="1">
                  <c:v>Fresh setup</c:v>
                </c:pt>
                <c:pt idx="2">
                  <c:v>Installer</c:v>
                </c:pt>
                <c:pt idx="3">
                  <c:v>Landing data</c:v>
                </c:pt>
                <c:pt idx="4">
                  <c:v>Carousel</c:v>
                </c:pt>
              </c:strCache>
            </c:strRef>
          </c:cat>
          <c:val>
            <c:numRef>
              <c:f>'Chart Data'!$B$2:$B$6</c:f>
              <c:numCache>
                <c:formatCode>General</c:formatCode>
                <c:ptCount val="5"/>
                <c:pt idx="0">
                  <c:v>124</c:v>
                </c:pt>
                <c:pt idx="1">
                  <c:v>13</c:v>
                </c:pt>
                <c:pt idx="2">
                  <c:v>5</c:v>
                </c:pt>
                <c:pt idx="3">
                  <c:v>113</c:v>
                </c:pt>
                <c:pt idx="4">
                  <c:v>12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075E45"/>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0665A"/>
                </a:solidFill>
                <a:latin typeface="DejaVu Sans"/>
                <a:ea typeface="DejaVu Sans"/>
                <a:cs typeface="DejaVu Sans"/>
              </a:defRPr>
            </a:pPr>
          </a:p>
        </c:txPr>
        <c:crossAx val="48672768"/>
      </c:catAx>
      <c:valAx>
        <c:axId val="48672768"/>
        <c:scaling>
          <c:orientation val="minMax"/>
          <c:max val="140"/>
          <c:min val="0"/>
        </c:scaling>
        <c:delete val="0"/>
        <c:axPos val="l"/>
        <c:majorGridlines>
          <c:spPr>
            <a:ln xmlns:a="http://schemas.openxmlformats.org/drawingml/2006/main" w="9525">
              <a:solidFill>
                <a:srgbClr val="E3E8E5"/>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0665A"/>
                </a:solidFill>
                <a:latin typeface="DejaVu Sans"/>
                <a:ea typeface="DejaVu Sans"/>
                <a:cs typeface="DejaVu Sans"/>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xmlns:r="http://schemas.openxmlformats.org/officeDocument/2006/relationships" r:id="rIdWorkbook">
    <c:autoUpdate val="0"/>
  </c:externalData>
</c:chartSpace>
</file>

<file path=ppt/slides/slide1.xml><?xml version="1.0" encoding="utf-8"?>
<p:sld xmlns:p="http://schemas.openxmlformats.org/presentationml/2006/main">
  <p:cSld>
    <p:bg>
      <p:bgPr>
        <a:solidFill xmlns:a="http://schemas.openxmlformats.org/drawingml/2006/main">
          <a:srgbClr val="075E45"/>
        </a:solidFill>
      </p:bgPr>
    </p:bg>
    <p:spTree>
      <p:nvGrpSpPr>
        <p:cNvPr id="1" name=""/>
        <p:cNvGrpSpPr/>
        <p:nvPr/>
      </p:nvGrpSpPr>
      <p:grpSpPr>
        <a:xfrm xmlns:a="http://schemas.openxmlformats.org/drawingml/2006/main"/>
      </p:grpSpPr>
      <p:sp>
        <p:nvSpPr>
          <p:cNvPr id="5" name="project-title">
            <a:extLst xmlns:a="http://schemas.openxmlformats.org/drawingml/2006/main">
              <a:ext uri="{FF2B5EF4-FFF2-40B4-BE49-F238E27FC236}">
                <a16:creationId xmlns:a16="http://schemas.microsoft.com/office/drawing/2014/main" id="{37D8A200-0511-460C-9357-25E126D434F1}"/>
              </a:ext>
            </a:extLst>
          </p:cNvPr>
          <p:cNvSpPr>
            <a:spLocks xmlns:a="http://schemas.openxmlformats.org/drawingml/2006/main" noGrp="1"/>
          </p:cNvSpPr>
          <p:nvPr/>
        </p:nvSpPr>
        <p:spPr>
          <a:xfrm xmlns:a="http://schemas.openxmlformats.org/drawingml/2006/main">
            <a:off x="704850" y="1066800"/>
            <a:ext cx="105727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DejaVu Sans"/>
                <a:ea typeface="DejaVu Sans"/>
                <a:cs typeface="DejaVu Sans"/>
              </a:defRPr>
            </a:defPPr>
            <a:lvl1pPr>
              <a:buNone/>
              <a:defRPr sz="4800" b="1">
                <a:solidFill>
                  <a:srgbClr val="FFFFFF"/>
                </a:solidFill>
                <a:latin typeface="DejaVu Sans"/>
                <a:ea typeface="DejaVu Sans"/>
                <a:cs typeface="DejaVu Sans"/>
              </a:defRPr>
            </a:lvl1pPr>
            <a:lvl2pPr>
              <a:buNone/>
              <a:defRPr sz="4800" b="1">
                <a:solidFill>
                  <a:srgbClr val="FFFFFF"/>
                </a:solidFill>
                <a:latin typeface="DejaVu Sans"/>
                <a:ea typeface="DejaVu Sans"/>
                <a:cs typeface="DejaVu Sans"/>
              </a:defRPr>
            </a:lvl2pPr>
            <a:lvl3pPr>
              <a:buNone/>
              <a:defRPr sz="4800" b="1">
                <a:solidFill>
                  <a:srgbClr val="FFFFFF"/>
                </a:solidFill>
                <a:latin typeface="DejaVu Sans"/>
                <a:ea typeface="DejaVu Sans"/>
                <a:cs typeface="DejaVu Sans"/>
              </a:defRPr>
            </a:lvl3pPr>
            <a:lvl4pPr>
              <a:buNone/>
              <a:defRPr sz="4800" b="1">
                <a:solidFill>
                  <a:srgbClr val="FFFFFF"/>
                </a:solidFill>
                <a:latin typeface="DejaVu Sans"/>
                <a:ea typeface="DejaVu Sans"/>
                <a:cs typeface="DejaVu Sans"/>
              </a:defRPr>
            </a:lvl4pPr>
            <a:lvl5pPr>
              <a:buNone/>
              <a:defRPr sz="4800" b="1">
                <a:solidFill>
                  <a:srgbClr val="FFFFFF"/>
                </a:solidFill>
                <a:latin typeface="DejaVu Sans"/>
                <a:ea typeface="DejaVu Sans"/>
                <a:cs typeface="DejaVu Sans"/>
              </a:defRPr>
            </a:lvl5pPr>
            <a:lvl6pPr>
              <a:buNone/>
              <a:defRPr sz="4800" b="1">
                <a:solidFill>
                  <a:srgbClr val="FFFFFF"/>
                </a:solidFill>
                <a:latin typeface="DejaVu Sans"/>
                <a:ea typeface="DejaVu Sans"/>
                <a:cs typeface="DejaVu Sans"/>
              </a:defRPr>
            </a:lvl6pPr>
            <a:lvl7pPr>
              <a:buNone/>
              <a:defRPr sz="4800" b="1">
                <a:solidFill>
                  <a:srgbClr val="FFFFFF"/>
                </a:solidFill>
                <a:latin typeface="DejaVu Sans"/>
                <a:ea typeface="DejaVu Sans"/>
                <a:cs typeface="DejaVu Sans"/>
              </a:defRPr>
            </a:lvl7pPr>
            <a:lvl8pPr>
              <a:buNone/>
              <a:defRPr sz="4800" b="1">
                <a:solidFill>
                  <a:srgbClr val="FFFFFF"/>
                </a:solidFill>
                <a:latin typeface="DejaVu Sans"/>
                <a:ea typeface="DejaVu Sans"/>
                <a:cs typeface="DejaVu Sans"/>
              </a:defRPr>
            </a:lvl8pPr>
            <a:lvl9pPr>
              <a:buNone/>
              <a:defRPr sz="4800" b="1">
                <a:solidFill>
                  <a:srgbClr val="FFFFFF"/>
                </a:solidFill>
                <a:latin typeface="DejaVu Sans"/>
                <a:ea typeface="DejaVu Sans"/>
                <a:cs typeface="DejaVu Sans"/>
              </a:defRPr>
            </a:lvl9pPr>
          </a:lstStyle>
          <a:p xmlns:a="http://schemas.openxmlformats.org/drawingml/2006/main">
            <a:pPr>
              <a:buNone/>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Smart Government</a:t>
            </a:r>
          </a:p>
          <a:p xmlns:a="http://schemas.openxmlformats.org/drawingml/2006/main">
            <a:pPr>
              <a:buNone/>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Service Delivery Platform</a:t>
            </a:r>
          </a:p>
        </p:txBody>
      </p:sp>
      <p:sp>
        <p:nvSpPr>
          <p:cNvPr id="2" name="product">
            <a:extLst xmlns:a="http://schemas.openxmlformats.org/drawingml/2006/main">
              <a:ext uri="{FF2B5EF4-FFF2-40B4-BE49-F238E27FC236}">
                <a16:creationId xmlns:a16="http://schemas.microsoft.com/office/drawing/2014/main" id="{DD7D5712-AB47-4792-8891-EAADCE7DA3C8}"/>
              </a:ext>
            </a:extLst>
          </p:cNvPr>
          <p:cNvSpPr>
            <a:spLocks xmlns:a="http://schemas.openxmlformats.org/drawingml/2006/main" noGrp="1"/>
          </p:cNvSpPr>
          <p:nvPr/>
        </p:nvSpPr>
        <p:spPr>
          <a:xfrm xmlns:a="http://schemas.openxmlformats.org/drawingml/2006/main">
            <a:off x="742950" y="331470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000">
                <a:solidFill>
                  <a:srgbClr val="C8E7D3"/>
                </a:solidFill>
                <a:latin typeface="DejaVu Sans"/>
                <a:ea typeface="DejaVu Sans"/>
                <a:cs typeface="DejaVu Sans"/>
              </a:defRPr>
            </a:defPPr>
            <a:lvl1pPr>
              <a:buNone/>
              <a:defRPr sz="3000">
                <a:solidFill>
                  <a:srgbClr val="C8E7D3"/>
                </a:solidFill>
                <a:latin typeface="DejaVu Sans"/>
                <a:ea typeface="DejaVu Sans"/>
                <a:cs typeface="DejaVu Sans"/>
              </a:defRPr>
            </a:lvl1pPr>
            <a:lvl2pPr>
              <a:buNone/>
              <a:defRPr sz="3000">
                <a:solidFill>
                  <a:srgbClr val="C8E7D3"/>
                </a:solidFill>
                <a:latin typeface="DejaVu Sans"/>
                <a:ea typeface="DejaVu Sans"/>
                <a:cs typeface="DejaVu Sans"/>
              </a:defRPr>
            </a:lvl2pPr>
            <a:lvl3pPr>
              <a:buNone/>
              <a:defRPr sz="3000">
                <a:solidFill>
                  <a:srgbClr val="C8E7D3"/>
                </a:solidFill>
                <a:latin typeface="DejaVu Sans"/>
                <a:ea typeface="DejaVu Sans"/>
                <a:cs typeface="DejaVu Sans"/>
              </a:defRPr>
            </a:lvl3pPr>
            <a:lvl4pPr>
              <a:buNone/>
              <a:defRPr sz="3000">
                <a:solidFill>
                  <a:srgbClr val="C8E7D3"/>
                </a:solidFill>
                <a:latin typeface="DejaVu Sans"/>
                <a:ea typeface="DejaVu Sans"/>
                <a:cs typeface="DejaVu Sans"/>
              </a:defRPr>
            </a:lvl4pPr>
            <a:lvl5pPr>
              <a:buNone/>
              <a:defRPr sz="3000">
                <a:solidFill>
                  <a:srgbClr val="C8E7D3"/>
                </a:solidFill>
                <a:latin typeface="DejaVu Sans"/>
                <a:ea typeface="DejaVu Sans"/>
                <a:cs typeface="DejaVu Sans"/>
              </a:defRPr>
            </a:lvl5pPr>
            <a:lvl6pPr>
              <a:buNone/>
              <a:defRPr sz="3000">
                <a:solidFill>
                  <a:srgbClr val="C8E7D3"/>
                </a:solidFill>
                <a:latin typeface="DejaVu Sans"/>
                <a:ea typeface="DejaVu Sans"/>
                <a:cs typeface="DejaVu Sans"/>
              </a:defRPr>
            </a:lvl6pPr>
            <a:lvl7pPr>
              <a:buNone/>
              <a:defRPr sz="3000">
                <a:solidFill>
                  <a:srgbClr val="C8E7D3"/>
                </a:solidFill>
                <a:latin typeface="DejaVu Sans"/>
                <a:ea typeface="DejaVu Sans"/>
                <a:cs typeface="DejaVu Sans"/>
              </a:defRPr>
            </a:lvl7pPr>
            <a:lvl8pPr>
              <a:buNone/>
              <a:defRPr sz="3000">
                <a:solidFill>
                  <a:srgbClr val="C8E7D3"/>
                </a:solidFill>
                <a:latin typeface="DejaVu Sans"/>
                <a:ea typeface="DejaVu Sans"/>
                <a:cs typeface="DejaVu Sans"/>
              </a:defRPr>
            </a:lvl8pPr>
            <a:lvl9pPr>
              <a:buNone/>
              <a:defRPr sz="3000">
                <a:solidFill>
                  <a:srgbClr val="C8E7D3"/>
                </a:solidFill>
                <a:latin typeface="DejaVu Sans"/>
                <a:ea typeface="DejaVu Sans"/>
                <a:cs typeface="DejaVu Sans"/>
              </a:defRPr>
            </a:lvl9pPr>
          </a:lstStyle>
          <a:p xmlns:a="http://schemas.openxmlformats.org/drawingml/2006/main">
            <a:pPr>
              <a:buNone/>
              <a:defRPr sz="3000">
                <a:solidFill>
                  <a:srgbClr val="C8E7D3"/>
                </a:solidFill>
                <a:latin typeface="DejaVu Sans"/>
                <a:ea typeface="DejaVu Sans"/>
                <a:cs typeface="DejaVu Sans"/>
              </a:defRPr>
            </a:pPr>
            <a:r>
              <a:rPr sz="3000">
                <a:solidFill>
                  <a:srgbClr val="C8E7D3"/>
                </a:solidFill>
                <a:latin typeface="DejaVu Sans"/>
                <a:ea typeface="DejaVu Sans"/>
                <a:cs typeface="DejaVu Sans"/>
              </a:rPr>
              <a:t>CivicFlow</a:t>
            </a:r>
          </a:p>
        </p:txBody>
      </p:sp>
      <p:sp>
        <p:nvSpPr>
          <p:cNvPr id="3" name="course">
            <a:extLst xmlns:a="http://schemas.openxmlformats.org/drawingml/2006/main">
              <a:ext uri="{FF2B5EF4-FFF2-40B4-BE49-F238E27FC236}">
                <a16:creationId xmlns:a16="http://schemas.microsoft.com/office/drawing/2014/main" id="{565F25A7-6DB4-41D8-963B-EE7BF3BDF365}"/>
              </a:ext>
            </a:extLst>
          </p:cNvPr>
          <p:cNvSpPr>
            <a:spLocks xmlns:a="http://schemas.openxmlformats.org/drawingml/2006/main" noGrp="1"/>
          </p:cNvSpPr>
          <p:nvPr/>
        </p:nvSpPr>
        <p:spPr>
          <a:xfrm xmlns:a="http://schemas.openxmlformats.org/drawingml/2006/main">
            <a:off x="762000" y="4429125"/>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a:solidFill>
                  <a:srgbClr val="FFFFFF"/>
                </a:solidFill>
                <a:latin typeface="DejaVu Sans"/>
                <a:ea typeface="DejaVu Sans"/>
                <a:cs typeface="DejaVu Sans"/>
              </a:defRPr>
            </a:defPPr>
            <a:lvl1pPr algn="l">
              <a:buNone/>
              <a:defRPr sz="2100">
                <a:solidFill>
                  <a:srgbClr val="FFFFFF"/>
                </a:solidFill>
                <a:latin typeface="DejaVu Sans"/>
                <a:ea typeface="DejaVu Sans"/>
                <a:cs typeface="DejaVu Sans"/>
              </a:defRPr>
            </a:lvl1pPr>
            <a:lvl2pPr algn="l">
              <a:buNone/>
              <a:defRPr sz="2100">
                <a:solidFill>
                  <a:srgbClr val="FFFFFF"/>
                </a:solidFill>
                <a:latin typeface="DejaVu Sans"/>
                <a:ea typeface="DejaVu Sans"/>
                <a:cs typeface="DejaVu Sans"/>
              </a:defRPr>
            </a:lvl2pPr>
            <a:lvl3pPr algn="l">
              <a:buNone/>
              <a:defRPr sz="2100">
                <a:solidFill>
                  <a:srgbClr val="FFFFFF"/>
                </a:solidFill>
                <a:latin typeface="DejaVu Sans"/>
                <a:ea typeface="DejaVu Sans"/>
                <a:cs typeface="DejaVu Sans"/>
              </a:defRPr>
            </a:lvl3pPr>
            <a:lvl4pPr algn="l">
              <a:buNone/>
              <a:defRPr sz="2100">
                <a:solidFill>
                  <a:srgbClr val="FFFFFF"/>
                </a:solidFill>
                <a:latin typeface="DejaVu Sans"/>
                <a:ea typeface="DejaVu Sans"/>
                <a:cs typeface="DejaVu Sans"/>
              </a:defRPr>
            </a:lvl4pPr>
            <a:lvl5pPr algn="l">
              <a:buNone/>
              <a:defRPr sz="2100">
                <a:solidFill>
                  <a:srgbClr val="FFFFFF"/>
                </a:solidFill>
                <a:latin typeface="DejaVu Sans"/>
                <a:ea typeface="DejaVu Sans"/>
                <a:cs typeface="DejaVu Sans"/>
              </a:defRPr>
            </a:lvl5pPr>
            <a:lvl6pPr algn="l">
              <a:buNone/>
              <a:defRPr sz="2100">
                <a:solidFill>
                  <a:srgbClr val="FFFFFF"/>
                </a:solidFill>
                <a:latin typeface="DejaVu Sans"/>
                <a:ea typeface="DejaVu Sans"/>
                <a:cs typeface="DejaVu Sans"/>
              </a:defRPr>
            </a:lvl6pPr>
            <a:lvl7pPr algn="l">
              <a:buNone/>
              <a:defRPr sz="2100">
                <a:solidFill>
                  <a:srgbClr val="FFFFFF"/>
                </a:solidFill>
                <a:latin typeface="DejaVu Sans"/>
                <a:ea typeface="DejaVu Sans"/>
                <a:cs typeface="DejaVu Sans"/>
              </a:defRPr>
            </a:lvl7pPr>
            <a:lvl8pPr algn="l">
              <a:buNone/>
              <a:defRPr sz="2100">
                <a:solidFill>
                  <a:srgbClr val="FFFFFF"/>
                </a:solidFill>
                <a:latin typeface="DejaVu Sans"/>
                <a:ea typeface="DejaVu Sans"/>
                <a:cs typeface="DejaVu Sans"/>
              </a:defRPr>
            </a:lvl8pPr>
            <a:lvl9pPr algn="l">
              <a:buNone/>
              <a:defRPr sz="2100">
                <a:solidFill>
                  <a:srgbClr val="FFFFFF"/>
                </a:solidFill>
                <a:latin typeface="DejaVu Sans"/>
                <a:ea typeface="DejaVu Sans"/>
                <a:cs typeface="DejaVu Sans"/>
              </a:defRPr>
            </a:lvl9pPr>
          </a:lstStyle>
          <a:p xmlns:a="http://schemas.openxmlformats.org/drawingml/2006/main">
            <a:pPr algn="l">
              <a:buNone/>
              <a:defRPr sz="2100">
                <a:solidFill>
                  <a:srgbClr val="FFFFFF"/>
                </a:solidFill>
                <a:latin typeface="DejaVu Sans"/>
                <a:ea typeface="DejaVu Sans"/>
                <a:cs typeface="DejaVu Sans"/>
              </a:defRPr>
            </a:pPr>
            <a:r>
              <a:rPr sz="2100">
                <a:solidFill>
                  <a:srgbClr val="FFFFFF"/>
                </a:solidFill>
                <a:latin typeface="DejaVu Sans"/>
                <a:ea typeface="DejaVu Sans"/>
                <a:cs typeface="DejaVu Sans"/>
              </a:rPr>
              <a:t>Group 1</a:t>
            </a:r>
          </a:p>
          <a:p xmlns:a="http://schemas.openxmlformats.org/drawingml/2006/main">
            <a:pPr algn="l">
              <a:buNone/>
              <a:defRPr sz="2100">
                <a:solidFill>
                  <a:srgbClr val="FFFFFF"/>
                </a:solidFill>
                <a:latin typeface="DejaVu Sans"/>
                <a:ea typeface="DejaVu Sans"/>
                <a:cs typeface="DejaVu Sans"/>
              </a:defRPr>
            </a:pPr>
            <a:r>
              <a:rPr sz="2100">
                <a:solidFill>
                  <a:srgbClr val="FFFFFF"/>
                </a:solidFill>
                <a:latin typeface="DejaVu Sans"/>
                <a:ea typeface="DejaVu Sans"/>
                <a:cs typeface="DejaVu Sans"/>
              </a:rPr>
              <a:t>MIT 820 Software Development Project I</a:t>
            </a:r>
          </a:p>
        </p:txBody>
      </p:sp>
      <p:sp>
        <p:nvSpPr>
          <p:cNvPr id="4" name="date">
            <a:extLst xmlns:a="http://schemas.openxmlformats.org/drawingml/2006/main">
              <a:ext uri="{FF2B5EF4-FFF2-40B4-BE49-F238E27FC236}">
                <a16:creationId xmlns:a16="http://schemas.microsoft.com/office/drawing/2014/main" id="{E39BDD0E-C989-42D6-BF67-D28D82FF80C0}"/>
              </a:ext>
            </a:extLst>
          </p:cNvPr>
          <p:cNvSpPr>
            <a:spLocks xmlns:a="http://schemas.openxmlformats.org/drawingml/2006/main" noGrp="1"/>
          </p:cNvSpPr>
          <p:nvPr/>
        </p:nvSpPr>
        <p:spPr>
          <a:xfrm xmlns:a="http://schemas.openxmlformats.org/drawingml/2006/main">
            <a:off x="762000" y="6048375"/>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a:solidFill>
                  <a:srgbClr val="D6EADD"/>
                </a:solidFill>
                <a:latin typeface="DejaVu Sans"/>
                <a:ea typeface="DejaVu Sans"/>
                <a:cs typeface="DejaVu Sans"/>
              </a:defRPr>
            </a:defPPr>
            <a:lvl1pPr algn="l">
              <a:buNone/>
              <a:defRPr sz="1500">
                <a:solidFill>
                  <a:srgbClr val="D6EADD"/>
                </a:solidFill>
                <a:latin typeface="DejaVu Sans"/>
                <a:ea typeface="DejaVu Sans"/>
                <a:cs typeface="DejaVu Sans"/>
              </a:defRPr>
            </a:lvl1pPr>
            <a:lvl2pPr algn="l">
              <a:buNone/>
              <a:defRPr sz="1500">
                <a:solidFill>
                  <a:srgbClr val="D6EADD"/>
                </a:solidFill>
                <a:latin typeface="DejaVu Sans"/>
                <a:ea typeface="DejaVu Sans"/>
                <a:cs typeface="DejaVu Sans"/>
              </a:defRPr>
            </a:lvl2pPr>
            <a:lvl3pPr algn="l">
              <a:buNone/>
              <a:defRPr sz="1500">
                <a:solidFill>
                  <a:srgbClr val="D6EADD"/>
                </a:solidFill>
                <a:latin typeface="DejaVu Sans"/>
                <a:ea typeface="DejaVu Sans"/>
                <a:cs typeface="DejaVu Sans"/>
              </a:defRPr>
            </a:lvl3pPr>
            <a:lvl4pPr algn="l">
              <a:buNone/>
              <a:defRPr sz="1500">
                <a:solidFill>
                  <a:srgbClr val="D6EADD"/>
                </a:solidFill>
                <a:latin typeface="DejaVu Sans"/>
                <a:ea typeface="DejaVu Sans"/>
                <a:cs typeface="DejaVu Sans"/>
              </a:defRPr>
            </a:lvl4pPr>
            <a:lvl5pPr algn="l">
              <a:buNone/>
              <a:defRPr sz="1500">
                <a:solidFill>
                  <a:srgbClr val="D6EADD"/>
                </a:solidFill>
                <a:latin typeface="DejaVu Sans"/>
                <a:ea typeface="DejaVu Sans"/>
                <a:cs typeface="DejaVu Sans"/>
              </a:defRPr>
            </a:lvl5pPr>
            <a:lvl6pPr algn="l">
              <a:buNone/>
              <a:defRPr sz="1500">
                <a:solidFill>
                  <a:srgbClr val="D6EADD"/>
                </a:solidFill>
                <a:latin typeface="DejaVu Sans"/>
                <a:ea typeface="DejaVu Sans"/>
                <a:cs typeface="DejaVu Sans"/>
              </a:defRPr>
            </a:lvl6pPr>
            <a:lvl7pPr algn="l">
              <a:buNone/>
              <a:defRPr sz="1500">
                <a:solidFill>
                  <a:srgbClr val="D6EADD"/>
                </a:solidFill>
                <a:latin typeface="DejaVu Sans"/>
                <a:ea typeface="DejaVu Sans"/>
                <a:cs typeface="DejaVu Sans"/>
              </a:defRPr>
            </a:lvl7pPr>
            <a:lvl8pPr algn="l">
              <a:buNone/>
              <a:defRPr sz="1500">
                <a:solidFill>
                  <a:srgbClr val="D6EADD"/>
                </a:solidFill>
                <a:latin typeface="DejaVu Sans"/>
                <a:ea typeface="DejaVu Sans"/>
                <a:cs typeface="DejaVu Sans"/>
              </a:defRPr>
            </a:lvl8pPr>
            <a:lvl9pPr algn="l">
              <a:buNone/>
              <a:defRPr sz="1500">
                <a:solidFill>
                  <a:srgbClr val="D6EADD"/>
                </a:solidFill>
                <a:latin typeface="DejaVu Sans"/>
                <a:ea typeface="DejaVu Sans"/>
                <a:cs typeface="DejaVu Sans"/>
              </a:defRPr>
            </a:lvl9pPr>
          </a:lstStyle>
          <a:p xmlns:a="http://schemas.openxmlformats.org/drawingml/2006/main">
            <a:pPr algn="l">
              <a:buNone/>
              <a:defRPr sz="1500">
                <a:solidFill>
                  <a:srgbClr val="D6EADD"/>
                </a:solidFill>
                <a:latin typeface="DejaVu Sans"/>
                <a:ea typeface="DejaVu Sans"/>
                <a:cs typeface="DejaVu Sans"/>
              </a:defRPr>
            </a:pPr>
            <a:r>
              <a:rPr sz="1500">
                <a:solidFill>
                  <a:srgbClr val="D6EADD"/>
                </a:solidFill>
                <a:latin typeface="DejaVu Sans"/>
                <a:ea typeface="DejaVu Sans"/>
                <a:cs typeface="DejaVu Sans"/>
              </a:rPr>
              <a:t>Final presentation 28 November 2026    Application 1.0.4</a:t>
            </a:r>
          </a:p>
        </p:txBody>
      </p:sp>
    </p:spTree>
    <p:extLst>
      <p:ext uri="{BB962C8B-B14F-4D97-AF65-F5344CB8AC3E}">
        <p14:creationId xmlns:p14="http://schemas.microsoft.com/office/powerpoint/2010/main" val="2030155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C461D956-9431-453C-8921-EF3E8040CF82}"/>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The service delivery problem</a:t>
            </a:r>
          </a:p>
        </p:txBody>
      </p:sp>
      <p:sp>
        <p:nvSpPr>
          <p:cNvPr id="2" name="page">
            <a:extLst xmlns:a="http://schemas.openxmlformats.org/drawingml/2006/main">
              <a:ext uri="{FF2B5EF4-FFF2-40B4-BE49-F238E27FC236}">
                <a16:creationId xmlns:a16="http://schemas.microsoft.com/office/drawing/2014/main" id="{F476855F-A29A-48FF-B7A6-AD3381E53F51}"/>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2</a:t>
            </a:r>
          </a:p>
        </p:txBody>
      </p:sp>
      <p:sp>
        <p:nvSpPr>
          <p:cNvPr id="3" name="item-heading-0">
            <a:extLst xmlns:a="http://schemas.openxmlformats.org/drawingml/2006/main">
              <a:ext uri="{FF2B5EF4-FFF2-40B4-BE49-F238E27FC236}">
                <a16:creationId xmlns:a16="http://schemas.microsoft.com/office/drawing/2014/main" id="{6BC02AB6-FBDD-4577-8C44-D2FD11AC8807}"/>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Uncertain receipt and progress</a:t>
            </a:r>
          </a:p>
        </p:txBody>
      </p:sp>
      <p:sp>
        <p:nvSpPr>
          <p:cNvPr id="4" name="item-body-0">
            <a:extLst xmlns:a="http://schemas.openxmlformats.org/drawingml/2006/main">
              <a:ext uri="{FF2B5EF4-FFF2-40B4-BE49-F238E27FC236}">
                <a16:creationId xmlns:a16="http://schemas.microsoft.com/office/drawing/2014/main" id="{7FA956A4-8B27-417A-B629-F7FC2B7043E5}"/>
              </a:ext>
            </a:extLst>
          </p:cNvPr>
          <p:cNvSpPr>
            <a:spLocks xmlns:a="http://schemas.openxmlformats.org/drawingml/2006/main" noGrp="1"/>
          </p:cNvSpPr>
          <p:nvPr/>
        </p:nvSpPr>
        <p:spPr>
          <a:xfrm xmlns:a="http://schemas.openxmlformats.org/drawingml/2006/main">
            <a:off x="685800" y="2152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Citizens need a recorded request and a clear next step.</a:t>
            </a:r>
          </a:p>
        </p:txBody>
      </p:sp>
      <p:sp>
        <p:nvSpPr>
          <p:cNvPr id="5" name="item-heading-1">
            <a:extLst xmlns:a="http://schemas.openxmlformats.org/drawingml/2006/main">
              <a:ext uri="{FF2B5EF4-FFF2-40B4-BE49-F238E27FC236}">
                <a16:creationId xmlns:a16="http://schemas.microsoft.com/office/drawing/2014/main" id="{56BAF617-EF96-4D03-97E0-10D904E0FE23}"/>
              </a:ext>
            </a:extLst>
          </p:cNvPr>
          <p:cNvSpPr>
            <a:spLocks xmlns:a="http://schemas.openxmlformats.org/drawingml/2006/main" noGrp="1"/>
          </p:cNvSpPr>
          <p:nvPr/>
        </p:nvSpPr>
        <p:spPr>
          <a:xfrm xmlns:a="http://schemas.openxmlformats.org/drawingml/2006/main">
            <a:off x="685800" y="2828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Disconnected information and evidence</a:t>
            </a:r>
          </a:p>
        </p:txBody>
      </p:sp>
      <p:sp>
        <p:nvSpPr>
          <p:cNvPr id="6" name="item-body-1">
            <a:extLst xmlns:a="http://schemas.openxmlformats.org/drawingml/2006/main">
              <a:ext uri="{FF2B5EF4-FFF2-40B4-BE49-F238E27FC236}">
                <a16:creationId xmlns:a16="http://schemas.microsoft.com/office/drawing/2014/main" id="{23FFAA6E-B63C-4C89-8A6D-5DE5FD37DD9F}"/>
              </a:ext>
            </a:extLst>
          </p:cNvPr>
          <p:cNvSpPr>
            <a:spLocks xmlns:a="http://schemas.openxmlformats.org/drawingml/2006/main" noGrp="1"/>
          </p:cNvSpPr>
          <p:nvPr/>
        </p:nvSpPr>
        <p:spPr>
          <a:xfrm xmlns:a="http://schemas.openxmlformats.org/drawingml/2006/main">
            <a:off x="685800" y="3219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Forms, documents and follow-up should remain within one record.</a:t>
            </a:r>
          </a:p>
        </p:txBody>
      </p:sp>
      <p:sp>
        <p:nvSpPr>
          <p:cNvPr id="7" name="item-heading-2">
            <a:extLst xmlns:a="http://schemas.openxmlformats.org/drawingml/2006/main">
              <a:ext uri="{FF2B5EF4-FFF2-40B4-BE49-F238E27FC236}">
                <a16:creationId xmlns:a16="http://schemas.microsoft.com/office/drawing/2014/main" id="{72F7FDD4-8CB8-4E0E-A528-66D283243FCB}"/>
              </a:ext>
            </a:extLst>
          </p:cNvPr>
          <p:cNvSpPr>
            <a:spLocks xmlns:a="http://schemas.openxmlformats.org/drawingml/2006/main" noGrp="1"/>
          </p:cNvSpPr>
          <p:nvPr/>
        </p:nvSpPr>
        <p:spPr>
          <a:xfrm xmlns:a="http://schemas.openxmlformats.org/drawingml/2006/main">
            <a:off x="685800" y="38957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Unclear processing responsibility</a:t>
            </a:r>
          </a:p>
        </p:txBody>
      </p:sp>
      <p:sp>
        <p:nvSpPr>
          <p:cNvPr id="8" name="item-body-2">
            <a:extLst xmlns:a="http://schemas.openxmlformats.org/drawingml/2006/main">
              <a:ext uri="{FF2B5EF4-FFF2-40B4-BE49-F238E27FC236}">
                <a16:creationId xmlns:a16="http://schemas.microsoft.com/office/drawing/2014/main" id="{20957F9B-255C-4982-8104-F1E448CBB159}"/>
              </a:ext>
            </a:extLst>
          </p:cNvPr>
          <p:cNvSpPr>
            <a:spLocks xmlns:a="http://schemas.openxmlformats.org/drawingml/2006/main" noGrp="1"/>
          </p:cNvSpPr>
          <p:nvPr/>
        </p:nvSpPr>
        <p:spPr>
          <a:xfrm xmlns:a="http://schemas.openxmlformats.org/drawingml/2006/main">
            <a:off x="685800" y="42862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A department and authorised officer must own the next action.</a:t>
            </a:r>
          </a:p>
        </p:txBody>
      </p:sp>
      <p:sp>
        <p:nvSpPr>
          <p:cNvPr id="9" name="item-heading-3">
            <a:extLst xmlns:a="http://schemas.openxmlformats.org/drawingml/2006/main">
              <a:ext uri="{FF2B5EF4-FFF2-40B4-BE49-F238E27FC236}">
                <a16:creationId xmlns:a16="http://schemas.microsoft.com/office/drawing/2014/main" id="{474FE041-7C8D-4E06-8972-F6A7FA40358A}"/>
              </a:ext>
            </a:extLst>
          </p:cNvPr>
          <p:cNvSpPr>
            <a:spLocks xmlns:a="http://schemas.openxmlformats.org/drawingml/2006/main" noGrp="1"/>
          </p:cNvSpPr>
          <p:nvPr/>
        </p:nvSpPr>
        <p:spPr>
          <a:xfrm xmlns:a="http://schemas.openxmlformats.org/drawingml/2006/main">
            <a:off x="685800" y="49625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Private records need controlled access</a:t>
            </a:r>
          </a:p>
        </p:txBody>
      </p:sp>
      <p:sp>
        <p:nvSpPr>
          <p:cNvPr id="10" name="item-body-3">
            <a:extLst xmlns:a="http://schemas.openxmlformats.org/drawingml/2006/main">
              <a:ext uri="{FF2B5EF4-FFF2-40B4-BE49-F238E27FC236}">
                <a16:creationId xmlns:a16="http://schemas.microsoft.com/office/drawing/2014/main" id="{6148FF55-231D-419B-BB7E-D28F5233B2C6}"/>
              </a:ext>
            </a:extLst>
          </p:cNvPr>
          <p:cNvSpPr>
            <a:spLocks xmlns:a="http://schemas.openxmlformats.org/drawingml/2006/main" noGrp="1"/>
          </p:cNvSpPr>
          <p:nvPr/>
        </p:nvSpPr>
        <p:spPr>
          <a:xfrm xmlns:a="http://schemas.openxmlformats.org/drawingml/2006/main">
            <a:off x="685800" y="535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Transparency for the owner must preserve other users’ confidentiality.</a:t>
            </a:r>
          </a:p>
        </p:txBody>
      </p:sp>
    </p:spTree>
    <p:extLst>
      <p:ext uri="{BB962C8B-B14F-4D97-AF65-F5344CB8AC3E}">
        <p14:creationId xmlns:p14="http://schemas.microsoft.com/office/powerpoint/2010/main" val="1688699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210C4AC6-760F-476B-A2B0-6B282F463D8C}"/>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Aim and project objectives</a:t>
            </a:r>
          </a:p>
        </p:txBody>
      </p:sp>
      <p:sp>
        <p:nvSpPr>
          <p:cNvPr id="2" name="page">
            <a:extLst xmlns:a="http://schemas.openxmlformats.org/drawingml/2006/main">
              <a:ext uri="{FF2B5EF4-FFF2-40B4-BE49-F238E27FC236}">
                <a16:creationId xmlns:a16="http://schemas.microsoft.com/office/drawing/2014/main" id="{C628DE84-550A-420B-BC91-0759BD4663B6}"/>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3</a:t>
            </a:r>
          </a:p>
        </p:txBody>
      </p:sp>
      <p:sp>
        <p:nvSpPr>
          <p:cNvPr id="3" name="item-heading-0">
            <a:extLst xmlns:a="http://schemas.openxmlformats.org/drawingml/2006/main">
              <a:ext uri="{FF2B5EF4-FFF2-40B4-BE49-F238E27FC236}">
                <a16:creationId xmlns:a16="http://schemas.microsoft.com/office/drawing/2014/main" id="{79D46294-EA38-4BA3-9811-ED90DB3A675E}"/>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Online citizen access</a:t>
            </a:r>
          </a:p>
        </p:txBody>
      </p:sp>
      <p:sp>
        <p:nvSpPr>
          <p:cNvPr id="4" name="item-body-0">
            <a:extLst xmlns:a="http://schemas.openxmlformats.org/drawingml/2006/main">
              <a:ext uri="{FF2B5EF4-FFF2-40B4-BE49-F238E27FC236}">
                <a16:creationId xmlns:a16="http://schemas.microsoft.com/office/drawing/2014/main" id="{825819C4-9E3A-49A1-9FC3-C20FFE09F41A}"/>
              </a:ext>
            </a:extLst>
          </p:cNvPr>
          <p:cNvSpPr>
            <a:spLocks xmlns:a="http://schemas.openxmlformats.org/drawingml/2006/main" noGrp="1"/>
          </p:cNvSpPr>
          <p:nvPr/>
        </p:nvSpPr>
        <p:spPr>
          <a:xfrm xmlns:a="http://schemas.openxmlformats.org/drawingml/2006/main">
            <a:off x="685800" y="2152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Registration, complaints, permit applications and private supporting evidence.</a:t>
            </a:r>
          </a:p>
        </p:txBody>
      </p:sp>
      <p:sp>
        <p:nvSpPr>
          <p:cNvPr id="5" name="item-heading-1">
            <a:extLst xmlns:a="http://schemas.openxmlformats.org/drawingml/2006/main">
              <a:ext uri="{FF2B5EF4-FFF2-40B4-BE49-F238E27FC236}">
                <a16:creationId xmlns:a16="http://schemas.microsoft.com/office/drawing/2014/main" id="{AF777C73-B61C-4E12-A9E7-38BE60466D19}"/>
              </a:ext>
            </a:extLst>
          </p:cNvPr>
          <p:cNvSpPr>
            <a:spLocks xmlns:a="http://schemas.openxmlformats.org/drawingml/2006/main" noGrp="1"/>
          </p:cNvSpPr>
          <p:nvPr/>
        </p:nvSpPr>
        <p:spPr>
          <a:xfrm xmlns:a="http://schemas.openxmlformats.org/drawingml/2006/main">
            <a:off x="685800" y="2828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Controlled service processing</a:t>
            </a:r>
          </a:p>
        </p:txBody>
      </p:sp>
      <p:sp>
        <p:nvSpPr>
          <p:cNvPr id="6" name="item-body-1">
            <a:extLst xmlns:a="http://schemas.openxmlformats.org/drawingml/2006/main">
              <a:ext uri="{FF2B5EF4-FFF2-40B4-BE49-F238E27FC236}">
                <a16:creationId xmlns:a16="http://schemas.microsoft.com/office/drawing/2014/main" id="{17AF079C-864F-40AE-BA61-48C30D951525}"/>
              </a:ext>
            </a:extLst>
          </p:cNvPr>
          <p:cNvSpPr>
            <a:spLocks xmlns:a="http://schemas.openxmlformats.org/drawingml/2006/main" noGrp="1"/>
          </p:cNvSpPr>
          <p:nvPr/>
        </p:nvSpPr>
        <p:spPr>
          <a:xfrm xmlns:a="http://schemas.openxmlformats.org/drawingml/2006/main">
            <a:off x="685800" y="3219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Department routing, review, information requests and reasoned decisions.</a:t>
            </a:r>
          </a:p>
        </p:txBody>
      </p:sp>
      <p:sp>
        <p:nvSpPr>
          <p:cNvPr id="7" name="item-heading-2">
            <a:extLst xmlns:a="http://schemas.openxmlformats.org/drawingml/2006/main">
              <a:ext uri="{FF2B5EF4-FFF2-40B4-BE49-F238E27FC236}">
                <a16:creationId xmlns:a16="http://schemas.microsoft.com/office/drawing/2014/main" id="{21D6F349-C591-4831-B8CD-A8F6402FEFE6}"/>
              </a:ext>
            </a:extLst>
          </p:cNvPr>
          <p:cNvSpPr>
            <a:spLocks xmlns:a="http://schemas.openxmlformats.org/drawingml/2006/main" noGrp="1"/>
          </p:cNvSpPr>
          <p:nvPr/>
        </p:nvSpPr>
        <p:spPr>
          <a:xfrm xmlns:a="http://schemas.openxmlformats.org/drawingml/2006/main">
            <a:off x="685800" y="38957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Visible progress and communication</a:t>
            </a:r>
          </a:p>
        </p:txBody>
      </p:sp>
      <p:sp>
        <p:nvSpPr>
          <p:cNvPr id="8" name="item-body-2">
            <a:extLst xmlns:a="http://schemas.openxmlformats.org/drawingml/2006/main">
              <a:ext uri="{FF2B5EF4-FFF2-40B4-BE49-F238E27FC236}">
                <a16:creationId xmlns:a16="http://schemas.microsoft.com/office/drawing/2014/main" id="{73DADE23-EDCE-4CF8-911B-7F521DAFC442}"/>
              </a:ext>
            </a:extLst>
          </p:cNvPr>
          <p:cNvSpPr>
            <a:spLocks xmlns:a="http://schemas.openxmlformats.org/drawingml/2006/main" noGrp="1"/>
          </p:cNvSpPr>
          <p:nvPr/>
        </p:nvSpPr>
        <p:spPr>
          <a:xfrm xmlns:a="http://schemas.openxmlformats.org/drawingml/2006/main">
            <a:off x="685800" y="42862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Tracking, notifications, an external delivery outbox and optional assistance.</a:t>
            </a:r>
          </a:p>
        </p:txBody>
      </p:sp>
      <p:sp>
        <p:nvSpPr>
          <p:cNvPr id="9" name="item-heading-3">
            <a:extLst xmlns:a="http://schemas.openxmlformats.org/drawingml/2006/main">
              <a:ext uri="{FF2B5EF4-FFF2-40B4-BE49-F238E27FC236}">
                <a16:creationId xmlns:a16="http://schemas.microsoft.com/office/drawing/2014/main" id="{B7CE0A83-2414-4FB5-A02F-93309D22FEAB}"/>
              </a:ext>
            </a:extLst>
          </p:cNvPr>
          <p:cNvSpPr>
            <a:spLocks xmlns:a="http://schemas.openxmlformats.org/drawingml/2006/main" noGrp="1"/>
          </p:cNvSpPr>
          <p:nvPr/>
        </p:nvSpPr>
        <p:spPr>
          <a:xfrm xmlns:a="http://schemas.openxmlformats.org/drawingml/2006/main">
            <a:off x="685800" y="49625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Reviewable implementation evidence</a:t>
            </a:r>
          </a:p>
        </p:txBody>
      </p:sp>
      <p:sp>
        <p:nvSpPr>
          <p:cNvPr id="10" name="item-body-3">
            <a:extLst xmlns:a="http://schemas.openxmlformats.org/drawingml/2006/main">
              <a:ext uri="{FF2B5EF4-FFF2-40B4-BE49-F238E27FC236}">
                <a16:creationId xmlns:a16="http://schemas.microsoft.com/office/drawing/2014/main" id="{B7E804F0-77F4-4EFB-BB94-971FBE0000D9}"/>
              </a:ext>
            </a:extLst>
          </p:cNvPr>
          <p:cNvSpPr>
            <a:spLocks xmlns:a="http://schemas.openxmlformats.org/drawingml/2006/main" noGrp="1"/>
          </p:cNvSpPr>
          <p:nvPr/>
        </p:nvSpPr>
        <p:spPr>
          <a:xfrm xmlns:a="http://schemas.openxmlformats.org/drawingml/2006/main">
            <a:off x="685800" y="535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Granular permissions, repeatable checks, manuals and deployment material.</a:t>
            </a:r>
          </a:p>
        </p:txBody>
      </p:sp>
    </p:spTree>
    <p:extLst>
      <p:ext uri="{BB962C8B-B14F-4D97-AF65-F5344CB8AC3E}">
        <p14:creationId xmlns:p14="http://schemas.microsoft.com/office/powerpoint/2010/main" val="7211748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DA6325-CDC7-48BC-9EF3-EE78DB6FEAC3}"/>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Group members and allocation</a:t>
            </a:r>
          </a:p>
        </p:txBody>
      </p:sp>
      <p:sp>
        <p:nvSpPr>
          <p:cNvPr id="2" name="page">
            <a:extLst xmlns:a="http://schemas.openxmlformats.org/drawingml/2006/main">
              <a:ext uri="{FF2B5EF4-FFF2-40B4-BE49-F238E27FC236}">
                <a16:creationId xmlns:a16="http://schemas.microsoft.com/office/drawing/2014/main" id="{F8390BA5-661B-405B-BC3F-6C9618DA1C21}"/>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4</a:t>
            </a:r>
          </a:p>
        </p:txBody>
      </p:sp>
      <p:graphicFrame>
        <p:nvGraphicFramePr>
          <p:cNvPr id="3" name="">
            <a:extLst xmlns:a="http://schemas.openxmlformats.org/drawingml/2006/main">
              <a:ext uri="{FF2B5EF4-FFF2-40B4-BE49-F238E27FC236}">
                <a16:creationId xmlns:a16="http://schemas.microsoft.com/office/drawing/2014/main" id="{2B4184B7-5636-4B5C-B29E-FD3DEB946836}"/>
              </a:ext>
            </a:extLst>
          </p:cNvPr>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a:tblGrid>
                <a:gridCol w="5048250"/>
                <a:gridCol w="2857500"/>
                <a:gridCol w="3067050"/>
              </a:tblGrid>
              <a:tr h="666750">
                <a:tc>
                  <a:txBody>
                    <a:bodyPr/>
                    <a:lstStyle/>
                    <a:p>
                      <a:r>
                        <a:rPr sz="1800" b="1">
                          <a:solidFill>
                            <a:srgbClr val="FFFFFF"/>
                          </a:solidFill>
                          <a:latin typeface="DejaVu Sans"/>
                          <a:ea typeface="DejaVu Sans"/>
                          <a:cs typeface="DejaVu Sans"/>
                        </a:rPr>
                        <a:t>Member</a:t>
                      </a:r>
                    </a:p>
                  </a:txBody>
                  <a:tcPr marL="91440" marR="91440" marT="45720" marB="45720" anchor="ctr">
                    <a:lnL w="9525">
                      <a:solidFill>
                        <a:srgbClr val="D9E2DC"/>
                      </a:solidFill>
                      <a:prstDash val="solid"/>
                    </a:lnL>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c>
                  <a:txBody>
                    <a:bodyPr/>
                    <a:lstStyle/>
                    <a:p>
                      <a:r>
                        <a:rPr sz="1800" b="1">
                          <a:solidFill>
                            <a:srgbClr val="FFFFFF"/>
                          </a:solidFill>
                          <a:latin typeface="DejaVu Sans"/>
                          <a:ea typeface="DejaVu Sans"/>
                          <a:cs typeface="DejaVu Sans"/>
                        </a:rPr>
                        <a:t>Registration number</a:t>
                      </a:r>
                    </a:p>
                  </a:txBody>
                  <a:tcPr marL="91440" marR="91440" marT="45720" marB="45720" anchor="ctr">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c>
                  <a:txBody>
                    <a:bodyPr/>
                    <a:lstStyle/>
                    <a:p>
                      <a:r>
                        <a:rPr sz="1800" b="1">
                          <a:solidFill>
                            <a:srgbClr val="FFFFFF"/>
                          </a:solidFill>
                          <a:latin typeface="DejaVu Sans"/>
                          <a:ea typeface="DejaVu Sans"/>
                          <a:cs typeface="DejaVu Sans"/>
                        </a:rPr>
                        <a:t>Sub team</a:t>
                      </a:r>
                    </a:p>
                  </a:txBody>
                  <a:tcPr marL="91440" marR="91440" marT="45720" marB="45720" anchor="ctr">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r>
              <a:tr h="666750">
                <a:tc>
                  <a:txBody>
                    <a:bodyPr/>
                    <a:lstStyle/>
                    <a:p>
                      <a:r>
                        <a:rPr sz="1800" b="0">
                          <a:solidFill>
                            <a:srgbClr val="172E25"/>
                          </a:solidFill>
                          <a:latin typeface="DejaVu Sans"/>
                          <a:ea typeface="DejaVu Sans"/>
                          <a:cs typeface="DejaVu Sans"/>
                        </a:rPr>
                        <a:t>Aminu Idris</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FFFFF"/>
                    </a:solidFill>
                  </a:tcPr>
                </a:tc>
                <a:tc>
                  <a:txBody>
                    <a:bodyPr/>
                    <a:lstStyle/>
                    <a:p>
                      <a:r>
                        <a:rPr sz="1800" b="0">
                          <a:solidFill>
                            <a:srgbClr val="172E25"/>
                          </a:solidFill>
                          <a:latin typeface="DejaVu Sans"/>
                          <a:ea typeface="DejaVu Sans"/>
                          <a:cs typeface="DejaVu Sans"/>
                        </a:rPr>
                        <a:t>2630802400002</a:t>
                      </a:r>
                    </a:p>
                  </a:txBody>
                  <a:tcPr marL="91440" marR="91440" marT="45720" marB="45720" anchor="ctr">
                    <a:lnR w="9525">
                      <a:solidFill>
                        <a:srgbClr val="D9E2DC"/>
                      </a:solidFill>
                      <a:prstDash val="solid"/>
                    </a:lnR>
                    <a:lnB w="9525">
                      <a:solidFill>
                        <a:srgbClr val="D9E2DC"/>
                      </a:solidFill>
                      <a:prstDash val="solid"/>
                    </a:lnB>
                    <a:solidFill>
                      <a:srgbClr val="FFFFFF"/>
                    </a:solidFill>
                  </a:tcPr>
                </a:tc>
                <a:tc>
                  <a:txBody>
                    <a:bodyPr/>
                    <a:lstStyle/>
                    <a:p>
                      <a:r>
                        <a:rPr sz="1800" b="0">
                          <a:solidFill>
                            <a:srgbClr val="172E25"/>
                          </a:solidFill>
                          <a:latin typeface="DejaVu Sans"/>
                          <a:ea typeface="DejaVu Sans"/>
                          <a:cs typeface="DejaVu Sans"/>
                        </a:rPr>
                        <a:t>Development</a:t>
                      </a:r>
                    </a:p>
                  </a:txBody>
                  <a:tcPr marL="91440" marR="91440" marT="45720" marB="45720" anchor="ctr">
                    <a:lnR w="9525">
                      <a:solidFill>
                        <a:srgbClr val="D9E2DC"/>
                      </a:solidFill>
                      <a:prstDash val="solid"/>
                    </a:lnR>
                    <a:lnB w="9525">
                      <a:solidFill>
                        <a:srgbClr val="D9E2DC"/>
                      </a:solidFill>
                      <a:prstDash val="solid"/>
                    </a:lnB>
                    <a:solidFill>
                      <a:srgbClr val="FFFFFF"/>
                    </a:solidFill>
                  </a:tcPr>
                </a:tc>
              </a:tr>
              <a:tr h="666750">
                <a:tc>
                  <a:txBody>
                    <a:bodyPr/>
                    <a:lstStyle/>
                    <a:p>
                      <a:r>
                        <a:rPr sz="1800" b="0">
                          <a:solidFill>
                            <a:srgbClr val="172E25"/>
                          </a:solidFill>
                          <a:latin typeface="DejaVu Sans"/>
                          <a:ea typeface="DejaVu Sans"/>
                          <a:cs typeface="DejaVu Sans"/>
                        </a:rPr>
                        <a:t>Saidu Mustapha Suleman</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3F6F4"/>
                    </a:solidFill>
                  </a:tcPr>
                </a:tc>
                <a:tc>
                  <a:txBody>
                    <a:bodyPr/>
                    <a:lstStyle/>
                    <a:p>
                      <a:r>
                        <a:rPr sz="1800" b="0">
                          <a:solidFill>
                            <a:srgbClr val="172E25"/>
                          </a:solidFill>
                          <a:latin typeface="DejaVu Sans"/>
                          <a:ea typeface="DejaVu Sans"/>
                          <a:cs typeface="DejaVu Sans"/>
                        </a:rPr>
                        <a:t>2630802400001</a:t>
                      </a:r>
                    </a:p>
                  </a:txBody>
                  <a:tcPr marL="91440" marR="91440" marT="45720" marB="45720" anchor="ctr">
                    <a:lnR w="9525">
                      <a:solidFill>
                        <a:srgbClr val="D9E2DC"/>
                      </a:solidFill>
                      <a:prstDash val="solid"/>
                    </a:lnR>
                    <a:lnB w="9525">
                      <a:solidFill>
                        <a:srgbClr val="D9E2DC"/>
                      </a:solidFill>
                      <a:prstDash val="solid"/>
                    </a:lnB>
                    <a:solidFill>
                      <a:srgbClr val="F3F6F4"/>
                    </a:solidFill>
                  </a:tcPr>
                </a:tc>
                <a:tc>
                  <a:txBody>
                    <a:bodyPr/>
                    <a:lstStyle/>
                    <a:p>
                      <a:r>
                        <a:rPr sz="1800" b="0">
                          <a:solidFill>
                            <a:srgbClr val="172E25"/>
                          </a:solidFill>
                          <a:latin typeface="DejaVu Sans"/>
                          <a:ea typeface="DejaVu Sans"/>
                          <a:cs typeface="DejaVu Sans"/>
                        </a:rPr>
                        <a:t>Documentation</a:t>
                      </a:r>
                    </a:p>
                  </a:txBody>
                  <a:tcPr marL="91440" marR="91440" marT="45720" marB="45720" anchor="ctr">
                    <a:lnR w="9525">
                      <a:solidFill>
                        <a:srgbClr val="D9E2DC"/>
                      </a:solidFill>
                      <a:prstDash val="solid"/>
                    </a:lnR>
                    <a:lnB w="9525">
                      <a:solidFill>
                        <a:srgbClr val="D9E2DC"/>
                      </a:solidFill>
                      <a:prstDash val="solid"/>
                    </a:lnB>
                    <a:solidFill>
                      <a:srgbClr val="F3F6F4"/>
                    </a:solidFill>
                  </a:tcPr>
                </a:tc>
              </a:tr>
              <a:tr h="666750">
                <a:tc>
                  <a:txBody>
                    <a:bodyPr/>
                    <a:lstStyle/>
                    <a:p>
                      <a:r>
                        <a:rPr sz="1800" b="0">
                          <a:solidFill>
                            <a:srgbClr val="172E25"/>
                          </a:solidFill>
                          <a:latin typeface="DejaVu Sans"/>
                          <a:ea typeface="DejaVu Sans"/>
                          <a:cs typeface="DejaVu Sans"/>
                        </a:rPr>
                        <a:t>Bolaji Watson</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FFFFF"/>
                    </a:solidFill>
                  </a:tcPr>
                </a:tc>
                <a:tc>
                  <a:txBody>
                    <a:bodyPr/>
                    <a:lstStyle/>
                    <a:p>
                      <a:r>
                        <a:rPr sz="1800" b="0">
                          <a:solidFill>
                            <a:srgbClr val="172E25"/>
                          </a:solidFill>
                          <a:latin typeface="DejaVu Sans"/>
                          <a:ea typeface="DejaVu Sans"/>
                          <a:cs typeface="DejaVu Sans"/>
                        </a:rPr>
                        <a:t>2630802400009</a:t>
                      </a:r>
                    </a:p>
                  </a:txBody>
                  <a:tcPr marL="91440" marR="91440" marT="45720" marB="45720" anchor="ctr">
                    <a:lnR w="9525">
                      <a:solidFill>
                        <a:srgbClr val="D9E2DC"/>
                      </a:solidFill>
                      <a:prstDash val="solid"/>
                    </a:lnR>
                    <a:lnB w="9525">
                      <a:solidFill>
                        <a:srgbClr val="D9E2DC"/>
                      </a:solidFill>
                      <a:prstDash val="solid"/>
                    </a:lnB>
                    <a:solidFill>
                      <a:srgbClr val="FFFFFF"/>
                    </a:solidFill>
                  </a:tcPr>
                </a:tc>
                <a:tc>
                  <a:txBody>
                    <a:bodyPr/>
                    <a:lstStyle/>
                    <a:p>
                      <a:r>
                        <a:rPr sz="1800" b="0">
                          <a:solidFill>
                            <a:srgbClr val="172E25"/>
                          </a:solidFill>
                          <a:latin typeface="DejaVu Sans"/>
                          <a:ea typeface="DejaVu Sans"/>
                          <a:cs typeface="DejaVu Sans"/>
                        </a:rPr>
                        <a:t>Project management</a:t>
                      </a:r>
                    </a:p>
                  </a:txBody>
                  <a:tcPr marL="91440" marR="91440" marT="45720" marB="45720" anchor="ctr">
                    <a:lnR w="9525">
                      <a:solidFill>
                        <a:srgbClr val="D9E2DC"/>
                      </a:solidFill>
                      <a:prstDash val="solid"/>
                    </a:lnR>
                    <a:lnB w="9525">
                      <a:solidFill>
                        <a:srgbClr val="D9E2DC"/>
                      </a:solidFill>
                      <a:prstDash val="solid"/>
                    </a:lnB>
                    <a:solidFill>
                      <a:srgbClr val="FFFFFF"/>
                    </a:solidFill>
                  </a:tcPr>
                </a:tc>
              </a:tr>
              <a:tr h="666750">
                <a:tc>
                  <a:txBody>
                    <a:bodyPr/>
                    <a:lstStyle/>
                    <a:p>
                      <a:r>
                        <a:rPr sz="1800" b="0">
                          <a:solidFill>
                            <a:srgbClr val="172E25"/>
                          </a:solidFill>
                          <a:latin typeface="DejaVu Sans"/>
                          <a:ea typeface="DejaVu Sans"/>
                          <a:cs typeface="DejaVu Sans"/>
                        </a:rPr>
                        <a:t>John Ojuekaiye Mayowa</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3F6F4"/>
                    </a:solidFill>
                  </a:tcPr>
                </a:tc>
                <a:tc>
                  <a:txBody>
                    <a:bodyPr/>
                    <a:lstStyle/>
                    <a:p>
                      <a:r>
                        <a:rPr sz="1800" b="0">
                          <a:solidFill>
                            <a:srgbClr val="172E25"/>
                          </a:solidFill>
                          <a:latin typeface="DejaVu Sans"/>
                          <a:ea typeface="DejaVu Sans"/>
                          <a:cs typeface="DejaVu Sans"/>
                        </a:rPr>
                        <a:t>2630802400008</a:t>
                      </a:r>
                    </a:p>
                  </a:txBody>
                  <a:tcPr marL="91440" marR="91440" marT="45720" marB="45720" anchor="ctr">
                    <a:lnR w="9525">
                      <a:solidFill>
                        <a:srgbClr val="D9E2DC"/>
                      </a:solidFill>
                      <a:prstDash val="solid"/>
                    </a:lnR>
                    <a:lnB w="9525">
                      <a:solidFill>
                        <a:srgbClr val="D9E2DC"/>
                      </a:solidFill>
                      <a:prstDash val="solid"/>
                    </a:lnB>
                    <a:solidFill>
                      <a:srgbClr val="F3F6F4"/>
                    </a:solidFill>
                  </a:tcPr>
                </a:tc>
                <a:tc>
                  <a:txBody>
                    <a:bodyPr/>
                    <a:lstStyle/>
                    <a:p>
                      <a:r>
                        <a:rPr sz="1800" b="0">
                          <a:solidFill>
                            <a:srgbClr val="172E25"/>
                          </a:solidFill>
                          <a:latin typeface="DejaVu Sans"/>
                          <a:ea typeface="DejaVu Sans"/>
                          <a:cs typeface="DejaVu Sans"/>
                        </a:rPr>
                        <a:t>Development</a:t>
                      </a:r>
                    </a:p>
                  </a:txBody>
                  <a:tcPr marL="91440" marR="91440" marT="45720" marB="45720" anchor="ctr">
                    <a:lnR w="9525">
                      <a:solidFill>
                        <a:srgbClr val="D9E2DC"/>
                      </a:solidFill>
                      <a:prstDash val="solid"/>
                    </a:lnR>
                    <a:lnB w="9525">
                      <a:solidFill>
                        <a:srgbClr val="D9E2DC"/>
                      </a:solidFill>
                      <a:prstDash val="solid"/>
                    </a:lnB>
                    <a:solidFill>
                      <a:srgbClr val="F3F6F4"/>
                    </a:solidFill>
                  </a:tcPr>
                </a:tc>
              </a:tr>
              <a:tr h="666750">
                <a:tc>
                  <a:txBody>
                    <a:bodyPr/>
                    <a:lstStyle/>
                    <a:p>
                      <a:r>
                        <a:rPr sz="1800" b="0">
                          <a:solidFill>
                            <a:srgbClr val="172E25"/>
                          </a:solidFill>
                          <a:latin typeface="DejaVu Sans"/>
                          <a:ea typeface="DejaVu Sans"/>
                          <a:cs typeface="DejaVu Sans"/>
                        </a:rPr>
                        <a:t>Egbue Odira Celestine</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FFFFF"/>
                    </a:solidFill>
                  </a:tcPr>
                </a:tc>
                <a:tc>
                  <a:txBody>
                    <a:bodyPr/>
                    <a:lstStyle/>
                    <a:p>
                      <a:r>
                        <a:rPr sz="1800" b="0">
                          <a:solidFill>
                            <a:srgbClr val="172E25"/>
                          </a:solidFill>
                          <a:latin typeface="DejaVu Sans"/>
                          <a:ea typeface="DejaVu Sans"/>
                          <a:cs typeface="DejaVu Sans"/>
                        </a:rPr>
                        <a:t>2630803400003</a:t>
                      </a:r>
                    </a:p>
                  </a:txBody>
                  <a:tcPr marL="91440" marR="91440" marT="45720" marB="45720" anchor="ctr">
                    <a:lnR w="9525">
                      <a:solidFill>
                        <a:srgbClr val="D9E2DC"/>
                      </a:solidFill>
                      <a:prstDash val="solid"/>
                    </a:lnR>
                    <a:lnB w="9525">
                      <a:solidFill>
                        <a:srgbClr val="D9E2DC"/>
                      </a:solidFill>
                      <a:prstDash val="solid"/>
                    </a:lnB>
                    <a:solidFill>
                      <a:srgbClr val="FFFFFF"/>
                    </a:solidFill>
                  </a:tcPr>
                </a:tc>
                <a:tc>
                  <a:txBody>
                    <a:bodyPr/>
                    <a:lstStyle/>
                    <a:p>
                      <a:r>
                        <a:rPr sz="1800" b="0">
                          <a:solidFill>
                            <a:srgbClr val="172E25"/>
                          </a:solidFill>
                          <a:latin typeface="DejaVu Sans"/>
                          <a:ea typeface="DejaVu Sans"/>
                          <a:cs typeface="DejaVu Sans"/>
                        </a:rPr>
                        <a:t>Documentation</a:t>
                      </a:r>
                    </a:p>
                  </a:txBody>
                  <a:tcPr marL="91440" marR="91440" marT="45720" marB="45720" anchor="ctr">
                    <a:lnR w="9525">
                      <a:solidFill>
                        <a:srgbClr val="D9E2DC"/>
                      </a:solidFill>
                      <a:prstDash val="solid"/>
                    </a:lnR>
                    <a:lnB w="9525">
                      <a:solidFill>
                        <a:srgbClr val="D9E2DC"/>
                      </a:solidFill>
                      <a:prstDash val="solid"/>
                    </a:lnB>
                    <a:solidFill>
                      <a:srgbClr val="FFFFFF"/>
                    </a:solidFill>
                  </a:tcPr>
                </a:tc>
              </a:tr>
            </a:tbl>
          </a:graphicData>
        </a:graphic>
      </p:graphicFrame>
    </p:spTree>
    <p:extLst>
      <p:ext uri="{BB962C8B-B14F-4D97-AF65-F5344CB8AC3E}">
        <p14:creationId xmlns:p14="http://schemas.microsoft.com/office/powerpoint/2010/main" val="10511278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35F9273-00A0-462F-9284-1BC0F78AFF00}"/>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Scope and default roles</a:t>
            </a:r>
          </a:p>
        </p:txBody>
      </p:sp>
      <p:sp>
        <p:nvSpPr>
          <p:cNvPr id="2" name="page">
            <a:extLst xmlns:a="http://schemas.openxmlformats.org/drawingml/2006/main">
              <a:ext uri="{FF2B5EF4-FFF2-40B4-BE49-F238E27FC236}">
                <a16:creationId xmlns:a16="http://schemas.microsoft.com/office/drawing/2014/main" id="{C68D0735-CF3F-49B9-953E-3EA81BDD394E}"/>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5</a:t>
            </a:r>
          </a:p>
        </p:txBody>
      </p:sp>
      <p:graphicFrame>
        <p:nvGraphicFramePr>
          <p:cNvPr id="3" name="">
            <a:extLst xmlns:a="http://schemas.openxmlformats.org/drawingml/2006/main">
              <a:ext uri="{FF2B5EF4-FFF2-40B4-BE49-F238E27FC236}">
                <a16:creationId xmlns:a16="http://schemas.microsoft.com/office/drawing/2014/main" id="{E17078F1-27CE-4DDE-8D2C-7D50D9F2FB2F}"/>
              </a:ext>
            </a:extLst>
          </p:cNvPr>
          <p:cNvGraphicFramePr/>
          <p:nvPr/>
        </p:nvGraphicFramePr>
        <p:xfrm>
          <a:off xmlns:a="http://schemas.openxmlformats.org/drawingml/2006/main" x="609600" y="1676400"/>
          <a:ext xmlns:a="http://schemas.openxmlformats.org/drawingml/2006/main" cx="10972800" cy="4400550"/>
        </p:xfrm>
        <a:graphic xmlns:a="http://schemas.openxmlformats.org/drawingml/2006/main">
          <a:graphicData uri="http://schemas.openxmlformats.org/drawingml/2006/table">
            <a:tbl>
              <a:tblPr/>
              <a:tblGrid>
                <a:gridCol w="2381250"/>
                <a:gridCol w="3333750"/>
                <a:gridCol w="5257800"/>
              </a:tblGrid>
              <a:tr h="628650">
                <a:tc>
                  <a:txBody>
                    <a:bodyPr/>
                    <a:lstStyle/>
                    <a:p>
                      <a:r>
                        <a:rPr sz="1725" b="1">
                          <a:solidFill>
                            <a:srgbClr val="FFFFFF"/>
                          </a:solidFill>
                          <a:latin typeface="DejaVu Sans"/>
                          <a:ea typeface="DejaVu Sans"/>
                          <a:cs typeface="DejaVu Sans"/>
                        </a:rPr>
                        <a:t>Role</a:t>
                      </a:r>
                    </a:p>
                  </a:txBody>
                  <a:tcPr marL="91440" marR="91440" marT="45720" marB="45720" anchor="ctr">
                    <a:lnL w="9525">
                      <a:solidFill>
                        <a:srgbClr val="D9E2DC"/>
                      </a:solidFill>
                      <a:prstDash val="solid"/>
                    </a:lnL>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c>
                  <a:txBody>
                    <a:bodyPr/>
                    <a:lstStyle/>
                    <a:p>
                      <a:r>
                        <a:rPr sz="1725" b="1">
                          <a:solidFill>
                            <a:srgbClr val="FFFFFF"/>
                          </a:solidFill>
                          <a:latin typeface="DejaVu Sans"/>
                          <a:ea typeface="DejaVu Sans"/>
                          <a:cs typeface="DejaVu Sans"/>
                        </a:rPr>
                        <a:t>Record scope</a:t>
                      </a:r>
                    </a:p>
                  </a:txBody>
                  <a:tcPr marL="91440" marR="91440" marT="45720" marB="45720" anchor="ctr">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c>
                  <a:txBody>
                    <a:bodyPr/>
                    <a:lstStyle/>
                    <a:p>
                      <a:r>
                        <a:rPr sz="1725" b="1">
                          <a:solidFill>
                            <a:srgbClr val="FFFFFF"/>
                          </a:solidFill>
                          <a:latin typeface="DejaVu Sans"/>
                          <a:ea typeface="DejaVu Sans"/>
                          <a:cs typeface="DejaVu Sans"/>
                        </a:rPr>
                        <a:t>Default responsibility</a:t>
                      </a:r>
                    </a:p>
                  </a:txBody>
                  <a:tcPr marL="91440" marR="91440" marT="45720" marB="45720" anchor="ctr">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r>
              <a:tr h="628650">
                <a:tc>
                  <a:txBody>
                    <a:bodyPr/>
                    <a:lstStyle/>
                    <a:p>
                      <a:r>
                        <a:rPr sz="1725" b="0">
                          <a:solidFill>
                            <a:srgbClr val="172E25"/>
                          </a:solidFill>
                          <a:latin typeface="DejaVu Sans"/>
                          <a:ea typeface="DejaVu Sans"/>
                          <a:cs typeface="DejaVu Sans"/>
                        </a:rPr>
                        <a:t>Citizen</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Own records</a:t>
                      </a:r>
                    </a:p>
                  </a:txBody>
                  <a:tcPr marL="91440" marR="91440" marT="45720" marB="45720" anchor="ctr">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Submit, reply, track and give feedback</a:t>
                      </a:r>
                    </a:p>
                  </a:txBody>
                  <a:tcPr marL="91440" marR="91440" marT="45720" marB="45720" anchor="ctr">
                    <a:lnR w="9525">
                      <a:solidFill>
                        <a:srgbClr val="D9E2DC"/>
                      </a:solidFill>
                      <a:prstDash val="solid"/>
                    </a:lnR>
                    <a:lnB w="9525">
                      <a:solidFill>
                        <a:srgbClr val="D9E2DC"/>
                      </a:solidFill>
                      <a:prstDash val="solid"/>
                    </a:lnB>
                    <a:solidFill>
                      <a:srgbClr val="FFFFFF"/>
                    </a:solidFill>
                  </a:tcPr>
                </a:tc>
              </a:tr>
              <a:tr h="628650">
                <a:tc>
                  <a:txBody>
                    <a:bodyPr/>
                    <a:lstStyle/>
                    <a:p>
                      <a:r>
                        <a:rPr sz="1725" b="0">
                          <a:solidFill>
                            <a:srgbClr val="172E25"/>
                          </a:solidFill>
                          <a:latin typeface="DejaVu Sans"/>
                          <a:ea typeface="DejaVu Sans"/>
                          <a:cs typeface="DejaVu Sans"/>
                        </a:rPr>
                        <a:t>Service officer</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Assigned department</a:t>
                      </a:r>
                    </a:p>
                  </a:txBody>
                  <a:tcPr marL="91440" marR="91440" marT="45720" marB="45720" anchor="ctr">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Review, decide and communicate</a:t>
                      </a:r>
                    </a:p>
                  </a:txBody>
                  <a:tcPr marL="91440" marR="91440" marT="45720" marB="45720" anchor="ctr">
                    <a:lnR w="9525">
                      <a:solidFill>
                        <a:srgbClr val="D9E2DC"/>
                      </a:solidFill>
                      <a:prstDash val="solid"/>
                    </a:lnR>
                    <a:lnB w="9525">
                      <a:solidFill>
                        <a:srgbClr val="D9E2DC"/>
                      </a:solidFill>
                      <a:prstDash val="solid"/>
                    </a:lnB>
                    <a:solidFill>
                      <a:srgbClr val="F3F6F4"/>
                    </a:solidFill>
                  </a:tcPr>
                </a:tc>
              </a:tr>
              <a:tr h="628650">
                <a:tc>
                  <a:txBody>
                    <a:bodyPr/>
                    <a:lstStyle/>
                    <a:p>
                      <a:r>
                        <a:rPr sz="1725" b="0">
                          <a:solidFill>
                            <a:srgbClr val="172E25"/>
                          </a:solidFill>
                          <a:latin typeface="DejaVu Sans"/>
                          <a:ea typeface="DejaVu Sans"/>
                          <a:cs typeface="DejaVu Sans"/>
                        </a:rPr>
                        <a:t>Department head</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Assigned department</a:t>
                      </a:r>
                    </a:p>
                  </a:txBody>
                  <a:tcPr marL="91440" marR="91440" marT="45720" marB="45720" anchor="ctr">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Department work and CSV oversight</a:t>
                      </a:r>
                    </a:p>
                  </a:txBody>
                  <a:tcPr marL="91440" marR="91440" marT="45720" marB="45720" anchor="ctr">
                    <a:lnR w="9525">
                      <a:solidFill>
                        <a:srgbClr val="D9E2DC"/>
                      </a:solidFill>
                      <a:prstDash val="solid"/>
                    </a:lnR>
                    <a:lnB w="9525">
                      <a:solidFill>
                        <a:srgbClr val="D9E2DC"/>
                      </a:solidFill>
                      <a:prstDash val="solid"/>
                    </a:lnB>
                    <a:solidFill>
                      <a:srgbClr val="FFFFFF"/>
                    </a:solidFill>
                  </a:tcPr>
                </a:tc>
              </a:tr>
              <a:tr h="628650">
                <a:tc>
                  <a:txBody>
                    <a:bodyPr/>
                    <a:lstStyle/>
                    <a:p>
                      <a:r>
                        <a:rPr sz="1725" b="0">
                          <a:solidFill>
                            <a:srgbClr val="172E25"/>
                          </a:solidFill>
                          <a:latin typeface="DejaVu Sans"/>
                          <a:ea typeface="DejaVu Sans"/>
                          <a:cs typeface="DejaVu Sans"/>
                        </a:rPr>
                        <a:t>Auditor</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Organisation submitted records</a:t>
                      </a:r>
                    </a:p>
                  </a:txBody>
                  <a:tcPr marL="91440" marR="91440" marT="45720" marB="45720" anchor="ctr">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Read reports and audit</a:t>
                      </a:r>
                    </a:p>
                  </a:txBody>
                  <a:tcPr marL="91440" marR="91440" marT="45720" marB="45720" anchor="ctr">
                    <a:lnR w="9525">
                      <a:solidFill>
                        <a:srgbClr val="D9E2DC"/>
                      </a:solidFill>
                      <a:prstDash val="solid"/>
                    </a:lnR>
                    <a:lnB w="9525">
                      <a:solidFill>
                        <a:srgbClr val="D9E2DC"/>
                      </a:solidFill>
                      <a:prstDash val="solid"/>
                    </a:lnB>
                    <a:solidFill>
                      <a:srgbClr val="F3F6F4"/>
                    </a:solidFill>
                  </a:tcPr>
                </a:tc>
              </a:tr>
              <a:tr h="628650">
                <a:tc>
                  <a:txBody>
                    <a:bodyPr/>
                    <a:lstStyle/>
                    <a:p>
                      <a:r>
                        <a:rPr sz="1725" b="0">
                          <a:solidFill>
                            <a:srgbClr val="172E25"/>
                          </a:solidFill>
                          <a:latin typeface="DejaVu Sans"/>
                          <a:ea typeface="DejaVu Sans"/>
                          <a:cs typeface="DejaVu Sans"/>
                        </a:rPr>
                        <a:t>Communications officer</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Communications tools</a:t>
                      </a:r>
                    </a:p>
                  </a:txBody>
                  <a:tcPr marL="91440" marR="91440" marT="45720" marB="45720" anchor="ctr">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Templates, notices and outbox</a:t>
                      </a:r>
                    </a:p>
                  </a:txBody>
                  <a:tcPr marL="91440" marR="91440" marT="45720" marB="45720" anchor="ctr">
                    <a:lnR w="9525">
                      <a:solidFill>
                        <a:srgbClr val="D9E2DC"/>
                      </a:solidFill>
                      <a:prstDash val="solid"/>
                    </a:lnR>
                    <a:lnB w="9525">
                      <a:solidFill>
                        <a:srgbClr val="D9E2DC"/>
                      </a:solidFill>
                      <a:prstDash val="solid"/>
                    </a:lnB>
                    <a:solidFill>
                      <a:srgbClr val="FFFFFF"/>
                    </a:solidFill>
                  </a:tcPr>
                </a:tc>
              </a:tr>
              <a:tr h="628650">
                <a:tc>
                  <a:txBody>
                    <a:bodyPr/>
                    <a:lstStyle/>
                    <a:p>
                      <a:r>
                        <a:rPr sz="1725" b="0">
                          <a:solidFill>
                            <a:srgbClr val="172E25"/>
                          </a:solidFill>
                          <a:latin typeface="DejaVu Sans"/>
                          <a:ea typeface="DejaVu Sans"/>
                          <a:cs typeface="DejaVu Sans"/>
                        </a:rPr>
                        <a:t>Administrator</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Workspace</a:t>
                      </a:r>
                    </a:p>
                  </a:txBody>
                  <a:tcPr marL="91440" marR="91440" marT="45720" marB="45720" anchor="ctr">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Permissions and configuration</a:t>
                      </a:r>
                    </a:p>
                  </a:txBody>
                  <a:tcPr marL="91440" marR="91440" marT="45720" marB="45720" anchor="ctr">
                    <a:lnR w="9525">
                      <a:solidFill>
                        <a:srgbClr val="D9E2DC"/>
                      </a:solidFill>
                      <a:prstDash val="solid"/>
                    </a:lnR>
                    <a:lnB w="9525">
                      <a:solidFill>
                        <a:srgbClr val="D9E2DC"/>
                      </a:solidFill>
                      <a:prstDash val="solid"/>
                    </a:lnB>
                    <a:solidFill>
                      <a:srgbClr val="F3F6F4"/>
                    </a:solidFill>
                  </a:tcPr>
                </a:tc>
              </a:tr>
            </a:tbl>
          </a:graphicData>
        </a:graphic>
      </p:graphicFrame>
    </p:spTree>
    <p:extLst>
      <p:ext uri="{BB962C8B-B14F-4D97-AF65-F5344CB8AC3E}">
        <p14:creationId xmlns:p14="http://schemas.microsoft.com/office/powerpoint/2010/main" val="7228995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B4D3DA-E072-4C69-8F63-AAB090526442}"/>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Literature and design basis</a:t>
            </a:r>
          </a:p>
        </p:txBody>
      </p:sp>
      <p:sp>
        <p:nvSpPr>
          <p:cNvPr id="2" name="page">
            <a:extLst xmlns:a="http://schemas.openxmlformats.org/drawingml/2006/main">
              <a:ext uri="{FF2B5EF4-FFF2-40B4-BE49-F238E27FC236}">
                <a16:creationId xmlns:a16="http://schemas.microsoft.com/office/drawing/2014/main" id="{78DC0F77-A5F4-489B-86BF-57643D9139D4}"/>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6</a:t>
            </a:r>
          </a:p>
        </p:txBody>
      </p:sp>
      <p:graphicFrame>
        <p:nvGraphicFramePr>
          <p:cNvPr id="3" name="">
            <a:extLst xmlns:a="http://schemas.openxmlformats.org/drawingml/2006/main">
              <a:ext uri="{FF2B5EF4-FFF2-40B4-BE49-F238E27FC236}">
                <a16:creationId xmlns:a16="http://schemas.microsoft.com/office/drawing/2014/main" id="{9E974343-B302-4942-8D43-7C437551CA7F}"/>
              </a:ext>
            </a:extLst>
          </p:cNvPr>
          <p:cNvGraphicFramePr/>
          <p:nvPr/>
        </p:nvGraphicFramePr>
        <p:xfrm>
          <a:off xmlns:a="http://schemas.openxmlformats.org/drawingml/2006/main" x="609600" y="1809750"/>
          <a:ext xmlns:a="http://schemas.openxmlformats.org/drawingml/2006/main" cx="10972800" cy="3714750"/>
        </p:xfrm>
        <a:graphic xmlns:a="http://schemas.openxmlformats.org/drawingml/2006/main">
          <a:graphicData uri="http://schemas.openxmlformats.org/drawingml/2006/table">
            <a:tbl>
              <a:tblPr/>
              <a:tblGrid>
                <a:gridCol w="2952750"/>
                <a:gridCol w="3714750"/>
                <a:gridCol w="4305300"/>
              </a:tblGrid>
              <a:tr h="742950">
                <a:tc>
                  <a:txBody>
                    <a:bodyPr/>
                    <a:lstStyle/>
                    <a:p>
                      <a:r>
                        <a:rPr sz="1725" b="1">
                          <a:solidFill>
                            <a:srgbClr val="FFFFFF"/>
                          </a:solidFill>
                          <a:latin typeface="DejaVu Sans"/>
                          <a:ea typeface="DejaVu Sans"/>
                          <a:cs typeface="DejaVu Sans"/>
                        </a:rPr>
                        <a:t>Source</a:t>
                      </a:r>
                    </a:p>
                  </a:txBody>
                  <a:tcPr marL="91440" marR="91440" marT="45720" marB="45720" anchor="ctr">
                    <a:lnL w="9525">
                      <a:solidFill>
                        <a:srgbClr val="D9E2DC"/>
                      </a:solidFill>
                      <a:prstDash val="solid"/>
                    </a:lnL>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c>
                  <a:txBody>
                    <a:bodyPr/>
                    <a:lstStyle/>
                    <a:p>
                      <a:r>
                        <a:rPr sz="1725" b="1">
                          <a:solidFill>
                            <a:srgbClr val="FFFFFF"/>
                          </a:solidFill>
                          <a:latin typeface="DejaVu Sans"/>
                          <a:ea typeface="DejaVu Sans"/>
                          <a:cs typeface="DejaVu Sans"/>
                        </a:rPr>
                        <a:t>Relevant idea</a:t>
                      </a:r>
                    </a:p>
                  </a:txBody>
                  <a:tcPr marL="91440" marR="91440" marT="45720" marB="45720" anchor="ctr">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c>
                  <a:txBody>
                    <a:bodyPr/>
                    <a:lstStyle/>
                    <a:p>
                      <a:r>
                        <a:rPr sz="1725" b="1">
                          <a:solidFill>
                            <a:srgbClr val="FFFFFF"/>
                          </a:solidFill>
                          <a:latin typeface="DejaVu Sans"/>
                          <a:ea typeface="DejaVu Sans"/>
                          <a:cs typeface="DejaVu Sans"/>
                        </a:rPr>
                        <a:t>Project application</a:t>
                      </a:r>
                    </a:p>
                  </a:txBody>
                  <a:tcPr marL="91440" marR="91440" marT="45720" marB="45720" anchor="ctr">
                    <a:lnR w="9525">
                      <a:solidFill>
                        <a:srgbClr val="D9E2DC"/>
                      </a:solidFill>
                      <a:prstDash val="solid"/>
                    </a:lnR>
                    <a:lnT w="9525">
                      <a:solidFill>
                        <a:srgbClr val="D9E2DC"/>
                      </a:solidFill>
                      <a:prstDash val="solid"/>
                    </a:lnT>
                    <a:lnB w="9525">
                      <a:solidFill>
                        <a:srgbClr val="D9E2DC"/>
                      </a:solidFill>
                      <a:prstDash val="solid"/>
                    </a:lnB>
                    <a:solidFill>
                      <a:srgbClr val="075E45"/>
                    </a:solidFill>
                  </a:tcPr>
                </a:tc>
              </a:tr>
              <a:tr h="742950">
                <a:tc>
                  <a:txBody>
                    <a:bodyPr/>
                    <a:lstStyle/>
                    <a:p>
                      <a:r>
                        <a:rPr sz="1725" b="0">
                          <a:solidFill>
                            <a:srgbClr val="172E25"/>
                          </a:solidFill>
                          <a:latin typeface="DejaVu Sans"/>
                          <a:ea typeface="DejaVu Sans"/>
                          <a:cs typeface="DejaVu Sans"/>
                        </a:rPr>
                        <a:t>UN DESA and World Bank</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Service access and administrative context</a:t>
                      </a:r>
                    </a:p>
                  </a:txBody>
                  <a:tcPr marL="91440" marR="91440" marT="45720" marB="45720" anchor="ctr">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Citizen portal with departmental processing</a:t>
                      </a:r>
                    </a:p>
                  </a:txBody>
                  <a:tcPr marL="91440" marR="91440" marT="45720" marB="45720" anchor="ctr">
                    <a:lnR w="9525">
                      <a:solidFill>
                        <a:srgbClr val="D9E2DC"/>
                      </a:solidFill>
                      <a:prstDash val="solid"/>
                    </a:lnR>
                    <a:lnB w="9525">
                      <a:solidFill>
                        <a:srgbClr val="D9E2DC"/>
                      </a:solidFill>
                      <a:prstDash val="solid"/>
                    </a:lnB>
                    <a:solidFill>
                      <a:srgbClr val="FFFFFF"/>
                    </a:solidFill>
                  </a:tcPr>
                </a:tc>
              </a:tr>
              <a:tr h="742950">
                <a:tc>
                  <a:txBody>
                    <a:bodyPr/>
                    <a:lstStyle/>
                    <a:p>
                      <a:r>
                        <a:rPr sz="1725" b="0">
                          <a:solidFill>
                            <a:srgbClr val="172E25"/>
                          </a:solidFill>
                          <a:latin typeface="DejaVu Sans"/>
                          <a:ea typeface="DejaVu Sans"/>
                          <a:cs typeface="DejaVu Sans"/>
                        </a:rPr>
                        <a:t>Hevner and colleagues</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Build and evaluate an artefact</a:t>
                      </a:r>
                    </a:p>
                  </a:txBody>
                  <a:tcPr marL="91440" marR="91440" marT="45720" marB="45720" anchor="ctr">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Implemented software and repeatable evidence</a:t>
                      </a:r>
                    </a:p>
                  </a:txBody>
                  <a:tcPr marL="91440" marR="91440" marT="45720" marB="45720" anchor="ctr">
                    <a:lnR w="9525">
                      <a:solidFill>
                        <a:srgbClr val="D9E2DC"/>
                      </a:solidFill>
                      <a:prstDash val="solid"/>
                    </a:lnR>
                    <a:lnB w="9525">
                      <a:solidFill>
                        <a:srgbClr val="D9E2DC"/>
                      </a:solidFill>
                      <a:prstDash val="solid"/>
                    </a:lnB>
                    <a:solidFill>
                      <a:srgbClr val="F3F6F4"/>
                    </a:solidFill>
                  </a:tcPr>
                </a:tc>
              </a:tr>
              <a:tr h="742950">
                <a:tc>
                  <a:txBody>
                    <a:bodyPr/>
                    <a:lstStyle/>
                    <a:p>
                      <a:r>
                        <a:rPr sz="1725" b="0">
                          <a:solidFill>
                            <a:srgbClr val="172E25"/>
                          </a:solidFill>
                          <a:latin typeface="DejaVu Sans"/>
                          <a:ea typeface="DejaVu Sans"/>
                          <a:cs typeface="DejaVu Sans"/>
                        </a:rPr>
                        <a:t>NIST RBAC material</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Users, roles and privileges</a:t>
                      </a:r>
                    </a:p>
                  </a:txBody>
                  <a:tcPr marL="91440" marR="91440" marT="45720" marB="45720" anchor="ctr">
                    <a:lnR w="9525">
                      <a:solidFill>
                        <a:srgbClr val="D9E2DC"/>
                      </a:solidFill>
                      <a:prstDash val="solid"/>
                    </a:lnR>
                    <a:lnB w="9525">
                      <a:solidFill>
                        <a:srgbClr val="D9E2DC"/>
                      </a:solidFill>
                      <a:prstDash val="solid"/>
                    </a:lnB>
                    <a:solidFill>
                      <a:srgbClr val="FFFFFF"/>
                    </a:solidFill>
                  </a:tcPr>
                </a:tc>
                <a:tc>
                  <a:txBody>
                    <a:bodyPr/>
                    <a:lstStyle/>
                    <a:p>
                      <a:r>
                        <a:rPr sz="1725" b="0">
                          <a:solidFill>
                            <a:srgbClr val="172E25"/>
                          </a:solidFill>
                          <a:latin typeface="DejaVu Sans"/>
                          <a:ea typeface="DejaVu Sans"/>
                          <a:cs typeface="DejaVu Sans"/>
                        </a:rPr>
                        <a:t>Action permissions with record scope</a:t>
                      </a:r>
                    </a:p>
                  </a:txBody>
                  <a:tcPr marL="91440" marR="91440" marT="45720" marB="45720" anchor="ctr">
                    <a:lnR w="9525">
                      <a:solidFill>
                        <a:srgbClr val="D9E2DC"/>
                      </a:solidFill>
                      <a:prstDash val="solid"/>
                    </a:lnR>
                    <a:lnB w="9525">
                      <a:solidFill>
                        <a:srgbClr val="D9E2DC"/>
                      </a:solidFill>
                      <a:prstDash val="solid"/>
                    </a:lnB>
                    <a:solidFill>
                      <a:srgbClr val="FFFFFF"/>
                    </a:solidFill>
                  </a:tcPr>
                </a:tc>
              </a:tr>
              <a:tr h="742950">
                <a:tc>
                  <a:txBody>
                    <a:bodyPr/>
                    <a:lstStyle/>
                    <a:p>
                      <a:r>
                        <a:rPr sz="1725" b="0">
                          <a:solidFill>
                            <a:srgbClr val="172E25"/>
                          </a:solidFill>
                          <a:latin typeface="DejaVu Sans"/>
                          <a:ea typeface="DejaVu Sans"/>
                          <a:cs typeface="DejaVu Sans"/>
                        </a:rPr>
                        <a:t>Davis and Heeks</a:t>
                      </a:r>
                    </a:p>
                  </a:txBody>
                  <a:tcPr marL="91440" marR="91440" marT="45720" marB="45720" anchor="ctr">
                    <a:lnL w="9525">
                      <a:solidFill>
                        <a:srgbClr val="D9E2DC"/>
                      </a:solidFill>
                      <a:prstDash val="solid"/>
                    </a:lnL>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Acceptance and deployment context</a:t>
                      </a:r>
                    </a:p>
                  </a:txBody>
                  <a:tcPr marL="91440" marR="91440" marT="45720" marB="45720" anchor="ctr">
                    <a:lnR w="9525">
                      <a:solidFill>
                        <a:srgbClr val="D9E2DC"/>
                      </a:solidFill>
                      <a:prstDash val="solid"/>
                    </a:lnR>
                    <a:lnB w="9525">
                      <a:solidFill>
                        <a:srgbClr val="D9E2DC"/>
                      </a:solidFill>
                      <a:prstDash val="solid"/>
                    </a:lnB>
                    <a:solidFill>
                      <a:srgbClr val="F3F6F4"/>
                    </a:solidFill>
                  </a:tcPr>
                </a:tc>
                <a:tc>
                  <a:txBody>
                    <a:bodyPr/>
                    <a:lstStyle/>
                    <a:p>
                      <a:r>
                        <a:rPr sz="1725" b="0">
                          <a:solidFill>
                            <a:srgbClr val="172E25"/>
                          </a:solidFill>
                          <a:latin typeface="DejaVu Sans"/>
                          <a:ea typeface="DejaVu Sans"/>
                          <a:cs typeface="DejaVu Sans"/>
                        </a:rPr>
                        <a:t>A pilot remains part of future evaluation</a:t>
                      </a:r>
                    </a:p>
                  </a:txBody>
                  <a:tcPr marL="91440" marR="91440" marT="45720" marB="45720" anchor="ctr">
                    <a:lnR w="9525">
                      <a:solidFill>
                        <a:srgbClr val="D9E2DC"/>
                      </a:solidFill>
                      <a:prstDash val="solid"/>
                    </a:lnR>
                    <a:lnB w="9525">
                      <a:solidFill>
                        <a:srgbClr val="D9E2DC"/>
                      </a:solidFill>
                      <a:prstDash val="solid"/>
                    </a:lnB>
                    <a:solidFill>
                      <a:srgbClr val="F3F6F4"/>
                    </a:solidFill>
                  </a:tcPr>
                </a:tc>
              </a:tr>
            </a:tbl>
          </a:graphicData>
        </a:graphic>
      </p:graphicFrame>
    </p:spTree>
    <p:extLst>
      <p:ext uri="{BB962C8B-B14F-4D97-AF65-F5344CB8AC3E}">
        <p14:creationId xmlns:p14="http://schemas.microsoft.com/office/powerpoint/2010/main" val="16076857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FD9460B-E50D-49E6-BDCE-83EF253CCD4D}"/>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75E45"/>
                </a:solidFill>
                <a:latin typeface="DejaVu Sans"/>
                <a:ea typeface="DejaVu Sans"/>
                <a:cs typeface="DejaVu Sans"/>
              </a:defRPr>
            </a:defPPr>
            <a:lvl1pPr algn="l">
              <a:buNone/>
              <a:defRPr sz="3300" b="1">
                <a:solidFill>
                  <a:srgbClr val="075E45"/>
                </a:solidFill>
                <a:latin typeface="DejaVu Sans"/>
                <a:ea typeface="DejaVu Sans"/>
                <a:cs typeface="DejaVu Sans"/>
              </a:defRPr>
            </a:lvl1pPr>
            <a:lvl2pPr algn="l">
              <a:buNone/>
              <a:defRPr sz="3300" b="1">
                <a:solidFill>
                  <a:srgbClr val="075E45"/>
                </a:solidFill>
                <a:latin typeface="DejaVu Sans"/>
                <a:ea typeface="DejaVu Sans"/>
                <a:cs typeface="DejaVu Sans"/>
              </a:defRPr>
            </a:lvl2pPr>
            <a:lvl3pPr algn="l">
              <a:buNone/>
              <a:defRPr sz="3300" b="1">
                <a:solidFill>
                  <a:srgbClr val="075E45"/>
                </a:solidFill>
                <a:latin typeface="DejaVu Sans"/>
                <a:ea typeface="DejaVu Sans"/>
                <a:cs typeface="DejaVu Sans"/>
              </a:defRPr>
            </a:lvl3pPr>
            <a:lvl4pPr algn="l">
              <a:buNone/>
              <a:defRPr sz="3300" b="1">
                <a:solidFill>
                  <a:srgbClr val="075E45"/>
                </a:solidFill>
                <a:latin typeface="DejaVu Sans"/>
                <a:ea typeface="DejaVu Sans"/>
                <a:cs typeface="DejaVu Sans"/>
              </a:defRPr>
            </a:lvl4pPr>
            <a:lvl5pPr algn="l">
              <a:buNone/>
              <a:defRPr sz="3300" b="1">
                <a:solidFill>
                  <a:srgbClr val="075E45"/>
                </a:solidFill>
                <a:latin typeface="DejaVu Sans"/>
                <a:ea typeface="DejaVu Sans"/>
                <a:cs typeface="DejaVu Sans"/>
              </a:defRPr>
            </a:lvl5pPr>
            <a:lvl6pPr algn="l">
              <a:buNone/>
              <a:defRPr sz="3300" b="1">
                <a:solidFill>
                  <a:srgbClr val="075E45"/>
                </a:solidFill>
                <a:latin typeface="DejaVu Sans"/>
                <a:ea typeface="DejaVu Sans"/>
                <a:cs typeface="DejaVu Sans"/>
              </a:defRPr>
            </a:lvl6pPr>
            <a:lvl7pPr algn="l">
              <a:buNone/>
              <a:defRPr sz="3300" b="1">
                <a:solidFill>
                  <a:srgbClr val="075E45"/>
                </a:solidFill>
                <a:latin typeface="DejaVu Sans"/>
                <a:ea typeface="DejaVu Sans"/>
                <a:cs typeface="DejaVu Sans"/>
              </a:defRPr>
            </a:lvl7pPr>
            <a:lvl8pPr algn="l">
              <a:buNone/>
              <a:defRPr sz="3300" b="1">
                <a:solidFill>
                  <a:srgbClr val="075E45"/>
                </a:solidFill>
                <a:latin typeface="DejaVu Sans"/>
                <a:ea typeface="DejaVu Sans"/>
                <a:cs typeface="DejaVu Sans"/>
              </a:defRPr>
            </a:lvl8pPr>
            <a:lvl9pPr algn="l">
              <a:buNone/>
              <a:defRPr sz="3300" b="1">
                <a:solidFill>
                  <a:srgbClr val="075E45"/>
                </a:solidFill>
                <a:latin typeface="DejaVu Sans"/>
                <a:ea typeface="DejaVu Sans"/>
                <a:cs typeface="DejaVu Sans"/>
              </a:defRPr>
            </a:lvl9pPr>
          </a:lstStyle>
          <a:p xmlns:a="http://schemas.openxmlformats.org/drawingml/2006/main">
            <a:pPr algn="l">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Hybrid delivery and evaluation</a:t>
            </a:r>
          </a:p>
        </p:txBody>
      </p:sp>
      <p:sp>
        <p:nvSpPr>
          <p:cNvPr id="2" name="page">
            <a:extLst xmlns:a="http://schemas.openxmlformats.org/drawingml/2006/main">
              <a:ext uri="{FF2B5EF4-FFF2-40B4-BE49-F238E27FC236}">
                <a16:creationId xmlns:a16="http://schemas.microsoft.com/office/drawing/2014/main" id="{A9EE354C-FAD1-45AC-8BF0-B60435AB9146}"/>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7</a:t>
            </a:r>
          </a:p>
        </p:txBody>
      </p:sp>
      <p:sp>
        <p:nvSpPr>
          <p:cNvPr id="3" name="item-heading-0">
            <a:extLst xmlns:a="http://schemas.openxmlformats.org/drawingml/2006/main">
              <a:ext uri="{FF2B5EF4-FFF2-40B4-BE49-F238E27FC236}">
                <a16:creationId xmlns:a16="http://schemas.microsoft.com/office/drawing/2014/main" id="{4E15B534-A721-4D30-B520-CA8CA25682FC}"/>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2E25"/>
                </a:solidFill>
                <a:latin typeface="DejaVu Sans"/>
                <a:ea typeface="DejaVu Sans"/>
                <a:cs typeface="DejaVu Sans"/>
              </a:defRPr>
            </a:defPPr>
            <a:lvl1pPr algn="l">
              <a:buNone/>
              <a:defRPr sz="2175" b="1">
                <a:solidFill>
                  <a:srgbClr val="172E25"/>
                </a:solidFill>
                <a:latin typeface="DejaVu Sans"/>
                <a:ea typeface="DejaVu Sans"/>
                <a:cs typeface="DejaVu Sans"/>
              </a:defRPr>
            </a:lvl1pPr>
            <a:lvl2pPr algn="l">
              <a:buNone/>
              <a:defRPr sz="2175" b="1">
                <a:solidFill>
                  <a:srgbClr val="172E25"/>
                </a:solidFill>
                <a:latin typeface="DejaVu Sans"/>
                <a:ea typeface="DejaVu Sans"/>
                <a:cs typeface="DejaVu Sans"/>
              </a:defRPr>
            </a:lvl2pPr>
            <a:lvl3pPr algn="l">
              <a:buNone/>
              <a:defRPr sz="2175" b="1">
                <a:solidFill>
                  <a:srgbClr val="172E25"/>
                </a:solidFill>
                <a:latin typeface="DejaVu Sans"/>
                <a:ea typeface="DejaVu Sans"/>
                <a:cs typeface="DejaVu Sans"/>
              </a:defRPr>
            </a:lvl3pPr>
            <a:lvl4pPr algn="l">
              <a:buNone/>
              <a:defRPr sz="2175" b="1">
                <a:solidFill>
                  <a:srgbClr val="172E25"/>
                </a:solidFill>
                <a:latin typeface="DejaVu Sans"/>
                <a:ea typeface="DejaVu Sans"/>
                <a:cs typeface="DejaVu Sans"/>
              </a:defRPr>
            </a:lvl4pPr>
            <a:lvl5pPr algn="l">
              <a:buNone/>
              <a:defRPr sz="2175" b="1">
                <a:solidFill>
                  <a:srgbClr val="172E25"/>
                </a:solidFill>
                <a:latin typeface="DejaVu Sans"/>
                <a:ea typeface="DejaVu Sans"/>
                <a:cs typeface="DejaVu Sans"/>
              </a:defRPr>
            </a:lvl5pPr>
            <a:lvl6pPr algn="l">
              <a:buNone/>
              <a:defRPr sz="2175" b="1">
                <a:solidFill>
                  <a:srgbClr val="172E25"/>
                </a:solidFill>
                <a:latin typeface="DejaVu Sans"/>
                <a:ea typeface="DejaVu Sans"/>
                <a:cs typeface="DejaVu Sans"/>
              </a:defRPr>
            </a:lvl6pPr>
            <a:lvl7pPr algn="l">
              <a:buNone/>
              <a:defRPr sz="2175" b="1">
                <a:solidFill>
                  <a:srgbClr val="172E25"/>
                </a:solidFill>
                <a:latin typeface="DejaVu Sans"/>
                <a:ea typeface="DejaVu Sans"/>
                <a:cs typeface="DejaVu Sans"/>
              </a:defRPr>
            </a:lvl7pPr>
            <a:lvl8pPr algn="l">
              <a:buNone/>
              <a:defRPr sz="2175" b="1">
                <a:solidFill>
                  <a:srgbClr val="172E25"/>
                </a:solidFill>
                <a:latin typeface="DejaVu Sans"/>
                <a:ea typeface="DejaVu Sans"/>
                <a:cs typeface="DejaVu Sans"/>
              </a:defRPr>
            </a:lvl8pPr>
            <a:lvl9pPr algn="l">
              <a:buNone/>
              <a:defRPr sz="2175" b="1">
                <a:solidFill>
                  <a:srgbClr val="172E25"/>
                </a:solidFill>
                <a:latin typeface="DejaVu Sans"/>
                <a:ea typeface="DejaVu Sans"/>
                <a:cs typeface="DejaVu Sans"/>
              </a:defRPr>
            </a:lvl9pPr>
          </a:lstStyle>
          <a:p xmlns:a="http://schemas.openxmlformats.org/drawingml/2006/main">
            <a:pPr algn="l">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Project initiation and review gates</a:t>
            </a:r>
          </a:p>
        </p:txBody>
      </p:sp>
      <p:sp>
        <p:nvSpPr>
          <p:cNvPr id="4" name="item-body-0">
            <a:extLst xmlns:a="http://schemas.openxmlformats.org/drawingml/2006/main">
              <a:ext uri="{FF2B5EF4-FFF2-40B4-BE49-F238E27FC236}">
                <a16:creationId xmlns:a16="http://schemas.microsoft.com/office/drawing/2014/main" id="{91613146-DE19-437E-86F3-24AFEC6E4613}"/>
              </a:ext>
            </a:extLst>
          </p:cNvPr>
          <p:cNvSpPr>
            <a:spLocks xmlns:a="http://schemas.openxmlformats.org/drawingml/2006/main" noGrp="1"/>
          </p:cNvSpPr>
          <p:nvPr/>
        </p:nvSpPr>
        <p:spPr>
          <a:xfrm xmlns:a="http://schemas.openxmlformats.org/drawingml/2006/main">
            <a:off x="685800" y="2152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a:solidFill>
                  <a:srgbClr val="50665A"/>
                </a:solidFill>
                <a:latin typeface="DejaVu Sans"/>
                <a:ea typeface="DejaVu Sans"/>
                <a:cs typeface="DejaVu Sans"/>
              </a:defRPr>
            </a:defPPr>
            <a:lvl1pPr algn="l">
              <a:buNone/>
              <a:defRPr sz="1950">
                <a:solidFill>
                  <a:srgbClr val="50665A"/>
                </a:solidFill>
                <a:latin typeface="DejaVu Sans"/>
                <a:ea typeface="DejaVu Sans"/>
                <a:cs typeface="DejaVu Sans"/>
              </a:defRPr>
            </a:lvl1pPr>
            <a:lvl2pPr algn="l">
              <a:buNone/>
              <a:defRPr sz="1950">
                <a:solidFill>
                  <a:srgbClr val="50665A"/>
                </a:solidFill>
                <a:latin typeface="DejaVu Sans"/>
                <a:ea typeface="DejaVu Sans"/>
                <a:cs typeface="DejaVu Sans"/>
              </a:defRPr>
            </a:lvl2pPr>
            <a:lvl3pPr algn="l">
              <a:buNone/>
              <a:defRPr sz="1950">
                <a:solidFill>
                  <a:srgbClr val="50665A"/>
                </a:solidFill>
                <a:latin typeface="DejaVu Sans"/>
                <a:ea typeface="DejaVu Sans"/>
                <a:cs typeface="DejaVu Sans"/>
              </a:defRPr>
            </a:lvl3pPr>
            <a:lvl4pPr algn="l">
              <a:buNone/>
              <a:defRPr sz="1950">
                <a:solidFill>
                  <a:srgbClr val="50665A"/>
                </a:solidFill>
                <a:latin typeface="DejaVu Sans"/>
                <a:ea typeface="DejaVu Sans"/>
                <a:cs typeface="DejaVu Sans"/>
              </a:defRPr>
            </a:lvl4pPr>
            <a:lvl5pPr algn="l">
              <a:buNone/>
              <a:defRPr sz="1950">
                <a:solidFill>
                  <a:srgbClr val="50665A"/>
                </a:solidFill>
                <a:latin typeface="DejaVu Sans"/>
                <a:ea typeface="DejaVu Sans"/>
                <a:cs typeface="DejaVu Sans"/>
              </a:defRPr>
            </a:lvl5pPr>
            <a:lvl6pPr algn="l">
              <a:buNone/>
              <a:defRPr sz="1950">
                <a:solidFill>
                  <a:srgbClr val="50665A"/>
                </a:solidFill>
                <a:latin typeface="DejaVu Sans"/>
                <a:ea typeface="DejaVu Sans"/>
                <a:cs typeface="DejaVu Sans"/>
              </a:defRPr>
            </a:lvl6pPr>
            <a:lvl7pPr algn="l">
              <a:buNone/>
              <a:defRPr sz="1950">
                <a:solidFill>
                  <a:srgbClr val="50665A"/>
                </a:solidFill>
                <a:latin typeface="DejaVu Sans"/>
                <a:ea typeface="DejaVu Sans"/>
                <a:cs typeface="DejaVu Sans"/>
              </a:defRPr>
            </a:lvl7pPr>
            <a:lvl8pPr algn="l">
              <a:buNone/>
              <a:defRPr sz="1950">
                <a:solidFill>
                  <a:srgbClr val="50665A"/>
                </a:solidFill>
                <a:latin typeface="DejaVu Sans"/>
                <a:ea typeface="DejaVu Sans"/>
                <a:cs typeface="DejaVu Sans"/>
              </a:defRPr>
            </a:lvl8pPr>
            <a:lvl9pPr algn="l">
              <a:buNone/>
              <a:defRPr sz="1950">
                <a:solidFill>
                  <a:srgbClr val="50665A"/>
                </a:solidFill>
                <a:latin typeface="DejaVu Sans"/>
                <a:ea typeface="DejaVu Sans"/>
                <a:cs typeface="DejaVu Sans"/>
              </a:defRPr>
            </a:lvl9pPr>
          </a:lstStyle>
          <a:p xmlns:a="http://schemas.openxmlformats.org/drawingml/2006/main">
            <a:pPr algn="l">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PID and business case, supervisor approval, SRS, architecture decisions and formal models.</a:t>
            </a:r>
          </a:p>
        </p:txBody>
      </p:sp>
      <p:sp>
        <p:nvSpPr>
          <p:cNvPr id="5" name="item-heading-1">
            <a:extLst xmlns:a="http://schemas.openxmlformats.org/drawingml/2006/main">
              <a:ext uri="{FF2B5EF4-FFF2-40B4-BE49-F238E27FC236}">
                <a16:creationId xmlns:a16="http://schemas.microsoft.com/office/drawing/2014/main" id="{E96BB639-B6AC-441D-9423-85767BEEE688}"/>
              </a:ext>
            </a:extLst>
          </p:cNvPr>
          <p:cNvSpPr>
            <a:spLocks xmlns:a="http://schemas.openxmlformats.org/drawingml/2006/main" noGrp="1"/>
          </p:cNvSpPr>
          <p:nvPr/>
        </p:nvSpPr>
        <p:spPr>
          <a:xfrm xmlns:a="http://schemas.openxmlformats.org/drawingml/2006/main">
            <a:off x="685800" y="2828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2E25"/>
                </a:solidFill>
                <a:latin typeface="DejaVu Sans"/>
                <a:ea typeface="DejaVu Sans"/>
                <a:cs typeface="DejaVu Sans"/>
              </a:defRPr>
            </a:defPPr>
            <a:lvl1pPr algn="l">
              <a:buNone/>
              <a:defRPr sz="2175" b="1">
                <a:solidFill>
                  <a:srgbClr val="172E25"/>
                </a:solidFill>
                <a:latin typeface="DejaVu Sans"/>
                <a:ea typeface="DejaVu Sans"/>
                <a:cs typeface="DejaVu Sans"/>
              </a:defRPr>
            </a:lvl1pPr>
            <a:lvl2pPr algn="l">
              <a:buNone/>
              <a:defRPr sz="2175" b="1">
                <a:solidFill>
                  <a:srgbClr val="172E25"/>
                </a:solidFill>
                <a:latin typeface="DejaVu Sans"/>
                <a:ea typeface="DejaVu Sans"/>
                <a:cs typeface="DejaVu Sans"/>
              </a:defRPr>
            </a:lvl2pPr>
            <a:lvl3pPr algn="l">
              <a:buNone/>
              <a:defRPr sz="2175" b="1">
                <a:solidFill>
                  <a:srgbClr val="172E25"/>
                </a:solidFill>
                <a:latin typeface="DejaVu Sans"/>
                <a:ea typeface="DejaVu Sans"/>
                <a:cs typeface="DejaVu Sans"/>
              </a:defRPr>
            </a:lvl3pPr>
            <a:lvl4pPr algn="l">
              <a:buNone/>
              <a:defRPr sz="2175" b="1">
                <a:solidFill>
                  <a:srgbClr val="172E25"/>
                </a:solidFill>
                <a:latin typeface="DejaVu Sans"/>
                <a:ea typeface="DejaVu Sans"/>
                <a:cs typeface="DejaVu Sans"/>
              </a:defRPr>
            </a:lvl4pPr>
            <a:lvl5pPr algn="l">
              <a:buNone/>
              <a:defRPr sz="2175" b="1">
                <a:solidFill>
                  <a:srgbClr val="172E25"/>
                </a:solidFill>
                <a:latin typeface="DejaVu Sans"/>
                <a:ea typeface="DejaVu Sans"/>
                <a:cs typeface="DejaVu Sans"/>
              </a:defRPr>
            </a:lvl5pPr>
            <a:lvl6pPr algn="l">
              <a:buNone/>
              <a:defRPr sz="2175" b="1">
                <a:solidFill>
                  <a:srgbClr val="172E25"/>
                </a:solidFill>
                <a:latin typeface="DejaVu Sans"/>
                <a:ea typeface="DejaVu Sans"/>
                <a:cs typeface="DejaVu Sans"/>
              </a:defRPr>
            </a:lvl6pPr>
            <a:lvl7pPr algn="l">
              <a:buNone/>
              <a:defRPr sz="2175" b="1">
                <a:solidFill>
                  <a:srgbClr val="172E25"/>
                </a:solidFill>
                <a:latin typeface="DejaVu Sans"/>
                <a:ea typeface="DejaVu Sans"/>
                <a:cs typeface="DejaVu Sans"/>
              </a:defRPr>
            </a:lvl7pPr>
            <a:lvl8pPr algn="l">
              <a:buNone/>
              <a:defRPr sz="2175" b="1">
                <a:solidFill>
                  <a:srgbClr val="172E25"/>
                </a:solidFill>
                <a:latin typeface="DejaVu Sans"/>
                <a:ea typeface="DejaVu Sans"/>
                <a:cs typeface="DejaVu Sans"/>
              </a:defRPr>
            </a:lvl8pPr>
            <a:lvl9pPr algn="l">
              <a:buNone/>
              <a:defRPr sz="2175" b="1">
                <a:solidFill>
                  <a:srgbClr val="172E25"/>
                </a:solidFill>
                <a:latin typeface="DejaVu Sans"/>
                <a:ea typeface="DejaVu Sans"/>
                <a:cs typeface="DejaVu Sans"/>
              </a:defRPr>
            </a:lvl9pPr>
          </a:lstStyle>
          <a:p xmlns:a="http://schemas.openxmlformats.org/drawingml/2006/main">
            <a:pPr algn="l">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Three sprints and weekly reporting</a:t>
            </a:r>
          </a:p>
        </p:txBody>
      </p:sp>
      <p:sp>
        <p:nvSpPr>
          <p:cNvPr id="6" name="item-body-1">
            <a:extLst xmlns:a="http://schemas.openxmlformats.org/drawingml/2006/main">
              <a:ext uri="{FF2B5EF4-FFF2-40B4-BE49-F238E27FC236}">
                <a16:creationId xmlns:a16="http://schemas.microsoft.com/office/drawing/2014/main" id="{676479DD-44BE-49AE-8BAD-19D0C7C3828C}"/>
              </a:ext>
            </a:extLst>
          </p:cNvPr>
          <p:cNvSpPr>
            <a:spLocks xmlns:a="http://schemas.openxmlformats.org/drawingml/2006/main" noGrp="1"/>
          </p:cNvSpPr>
          <p:nvPr/>
        </p:nvSpPr>
        <p:spPr>
          <a:xfrm xmlns:a="http://schemas.openxmlformats.org/drawingml/2006/main">
            <a:off x="685800" y="3219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a:solidFill>
                  <a:srgbClr val="50665A"/>
                </a:solidFill>
                <a:latin typeface="DejaVu Sans"/>
                <a:ea typeface="DejaVu Sans"/>
                <a:cs typeface="DejaVu Sans"/>
              </a:defRPr>
            </a:defPPr>
            <a:lvl1pPr algn="l">
              <a:buNone/>
              <a:defRPr sz="1950">
                <a:solidFill>
                  <a:srgbClr val="50665A"/>
                </a:solidFill>
                <a:latin typeface="DejaVu Sans"/>
                <a:ea typeface="DejaVu Sans"/>
                <a:cs typeface="DejaVu Sans"/>
              </a:defRPr>
            </a:lvl1pPr>
            <a:lvl2pPr algn="l">
              <a:buNone/>
              <a:defRPr sz="1950">
                <a:solidFill>
                  <a:srgbClr val="50665A"/>
                </a:solidFill>
                <a:latin typeface="DejaVu Sans"/>
                <a:ea typeface="DejaVu Sans"/>
                <a:cs typeface="DejaVu Sans"/>
              </a:defRPr>
            </a:lvl2pPr>
            <a:lvl3pPr algn="l">
              <a:buNone/>
              <a:defRPr sz="1950">
                <a:solidFill>
                  <a:srgbClr val="50665A"/>
                </a:solidFill>
                <a:latin typeface="DejaVu Sans"/>
                <a:ea typeface="DejaVu Sans"/>
                <a:cs typeface="DejaVu Sans"/>
              </a:defRPr>
            </a:lvl3pPr>
            <a:lvl4pPr algn="l">
              <a:buNone/>
              <a:defRPr sz="1950">
                <a:solidFill>
                  <a:srgbClr val="50665A"/>
                </a:solidFill>
                <a:latin typeface="DejaVu Sans"/>
                <a:ea typeface="DejaVu Sans"/>
                <a:cs typeface="DejaVu Sans"/>
              </a:defRPr>
            </a:lvl4pPr>
            <a:lvl5pPr algn="l">
              <a:buNone/>
              <a:defRPr sz="1950">
                <a:solidFill>
                  <a:srgbClr val="50665A"/>
                </a:solidFill>
                <a:latin typeface="DejaVu Sans"/>
                <a:ea typeface="DejaVu Sans"/>
                <a:cs typeface="DejaVu Sans"/>
              </a:defRPr>
            </a:lvl5pPr>
            <a:lvl6pPr algn="l">
              <a:buNone/>
              <a:defRPr sz="1950">
                <a:solidFill>
                  <a:srgbClr val="50665A"/>
                </a:solidFill>
                <a:latin typeface="DejaVu Sans"/>
                <a:ea typeface="DejaVu Sans"/>
                <a:cs typeface="DejaVu Sans"/>
              </a:defRPr>
            </a:lvl6pPr>
            <a:lvl7pPr algn="l">
              <a:buNone/>
              <a:defRPr sz="1950">
                <a:solidFill>
                  <a:srgbClr val="50665A"/>
                </a:solidFill>
                <a:latin typeface="DejaVu Sans"/>
                <a:ea typeface="DejaVu Sans"/>
                <a:cs typeface="DejaVu Sans"/>
              </a:defRPr>
            </a:lvl7pPr>
            <a:lvl8pPr algn="l">
              <a:buNone/>
              <a:defRPr sz="1950">
                <a:solidFill>
                  <a:srgbClr val="50665A"/>
                </a:solidFill>
                <a:latin typeface="DejaVu Sans"/>
                <a:ea typeface="DejaVu Sans"/>
                <a:cs typeface="DejaVu Sans"/>
              </a:defRPr>
            </a:lvl8pPr>
            <a:lvl9pPr algn="l">
              <a:buNone/>
              <a:defRPr sz="1950">
                <a:solidFill>
                  <a:srgbClr val="50665A"/>
                </a:solidFill>
                <a:latin typeface="DejaVu Sans"/>
                <a:ea typeface="DejaVu Sans"/>
                <a:cs typeface="DejaVu Sans"/>
              </a:defRPr>
            </a:lvl9pPr>
          </a:lstStyle>
          <a:p xmlns:a="http://schemas.openxmlformats.org/drawingml/2006/main">
            <a:pPr algn="l">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Backlog, planned burndown, supervisor minutes and reviewed work through 27 November.</a:t>
            </a:r>
          </a:p>
        </p:txBody>
      </p:sp>
      <p:sp>
        <p:nvSpPr>
          <p:cNvPr id="7" name="item-heading-2">
            <a:extLst xmlns:a="http://schemas.openxmlformats.org/drawingml/2006/main">
              <a:ext uri="{FF2B5EF4-FFF2-40B4-BE49-F238E27FC236}">
                <a16:creationId xmlns:a16="http://schemas.microsoft.com/office/drawing/2014/main" id="{09C9C454-F5F5-4FB1-AC83-EB8D36EB20F4}"/>
              </a:ext>
            </a:extLst>
          </p:cNvPr>
          <p:cNvSpPr>
            <a:spLocks xmlns:a="http://schemas.openxmlformats.org/drawingml/2006/main" noGrp="1"/>
          </p:cNvSpPr>
          <p:nvPr/>
        </p:nvSpPr>
        <p:spPr>
          <a:xfrm xmlns:a="http://schemas.openxmlformats.org/drawingml/2006/main">
            <a:off x="685800" y="38957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2E25"/>
                </a:solidFill>
                <a:latin typeface="DejaVu Sans"/>
                <a:ea typeface="DejaVu Sans"/>
                <a:cs typeface="DejaVu Sans"/>
              </a:defRPr>
            </a:defPPr>
            <a:lvl1pPr algn="l">
              <a:buNone/>
              <a:defRPr sz="2175" b="1">
                <a:solidFill>
                  <a:srgbClr val="172E25"/>
                </a:solidFill>
                <a:latin typeface="DejaVu Sans"/>
                <a:ea typeface="DejaVu Sans"/>
                <a:cs typeface="DejaVu Sans"/>
              </a:defRPr>
            </a:lvl1pPr>
            <a:lvl2pPr algn="l">
              <a:buNone/>
              <a:defRPr sz="2175" b="1">
                <a:solidFill>
                  <a:srgbClr val="172E25"/>
                </a:solidFill>
                <a:latin typeface="DejaVu Sans"/>
                <a:ea typeface="DejaVu Sans"/>
                <a:cs typeface="DejaVu Sans"/>
              </a:defRPr>
            </a:lvl2pPr>
            <a:lvl3pPr algn="l">
              <a:buNone/>
              <a:defRPr sz="2175" b="1">
                <a:solidFill>
                  <a:srgbClr val="172E25"/>
                </a:solidFill>
                <a:latin typeface="DejaVu Sans"/>
                <a:ea typeface="DejaVu Sans"/>
                <a:cs typeface="DejaVu Sans"/>
              </a:defRPr>
            </a:lvl3pPr>
            <a:lvl4pPr algn="l">
              <a:buNone/>
              <a:defRPr sz="2175" b="1">
                <a:solidFill>
                  <a:srgbClr val="172E25"/>
                </a:solidFill>
                <a:latin typeface="DejaVu Sans"/>
                <a:ea typeface="DejaVu Sans"/>
                <a:cs typeface="DejaVu Sans"/>
              </a:defRPr>
            </a:lvl4pPr>
            <a:lvl5pPr algn="l">
              <a:buNone/>
              <a:defRPr sz="2175" b="1">
                <a:solidFill>
                  <a:srgbClr val="172E25"/>
                </a:solidFill>
                <a:latin typeface="DejaVu Sans"/>
                <a:ea typeface="DejaVu Sans"/>
                <a:cs typeface="DejaVu Sans"/>
              </a:defRPr>
            </a:lvl5pPr>
            <a:lvl6pPr algn="l">
              <a:buNone/>
              <a:defRPr sz="2175" b="1">
                <a:solidFill>
                  <a:srgbClr val="172E25"/>
                </a:solidFill>
                <a:latin typeface="DejaVu Sans"/>
                <a:ea typeface="DejaVu Sans"/>
                <a:cs typeface="DejaVu Sans"/>
              </a:defRPr>
            </a:lvl6pPr>
            <a:lvl7pPr algn="l">
              <a:buNone/>
              <a:defRPr sz="2175" b="1">
                <a:solidFill>
                  <a:srgbClr val="172E25"/>
                </a:solidFill>
                <a:latin typeface="DejaVu Sans"/>
                <a:ea typeface="DejaVu Sans"/>
                <a:cs typeface="DejaVu Sans"/>
              </a:defRPr>
            </a:lvl7pPr>
            <a:lvl8pPr algn="l">
              <a:buNone/>
              <a:defRPr sz="2175" b="1">
                <a:solidFill>
                  <a:srgbClr val="172E25"/>
                </a:solidFill>
                <a:latin typeface="DejaVu Sans"/>
                <a:ea typeface="DejaVu Sans"/>
                <a:cs typeface="DejaVu Sans"/>
              </a:defRPr>
            </a:lvl8pPr>
            <a:lvl9pPr algn="l">
              <a:buNone/>
              <a:defRPr sz="2175" b="1">
                <a:solidFill>
                  <a:srgbClr val="172E25"/>
                </a:solidFill>
                <a:latin typeface="DejaVu Sans"/>
                <a:ea typeface="DejaVu Sans"/>
                <a:cs typeface="DejaVu Sans"/>
              </a:defRPr>
            </a:lvl9pPr>
          </a:lstStyle>
          <a:p xmlns:a="http://schemas.openxmlformats.org/drawingml/2006/main">
            <a:pPr algn="l">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Source review and repeatable checks</a:t>
            </a:r>
          </a:p>
        </p:txBody>
      </p:sp>
      <p:sp>
        <p:nvSpPr>
          <p:cNvPr id="8" name="item-body-2">
            <a:extLst xmlns:a="http://schemas.openxmlformats.org/drawingml/2006/main">
              <a:ext uri="{FF2B5EF4-FFF2-40B4-BE49-F238E27FC236}">
                <a16:creationId xmlns:a16="http://schemas.microsoft.com/office/drawing/2014/main" id="{E620017C-E4FA-46A2-86CB-73F44C02CA1A}"/>
              </a:ext>
            </a:extLst>
          </p:cNvPr>
          <p:cNvSpPr>
            <a:spLocks xmlns:a="http://schemas.openxmlformats.org/drawingml/2006/main" noGrp="1"/>
          </p:cNvSpPr>
          <p:nvPr/>
        </p:nvSpPr>
        <p:spPr>
          <a:xfrm xmlns:a="http://schemas.openxmlformats.org/drawingml/2006/main">
            <a:off x="685800" y="42862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a:solidFill>
                  <a:srgbClr val="50665A"/>
                </a:solidFill>
                <a:latin typeface="DejaVu Sans"/>
                <a:ea typeface="DejaVu Sans"/>
                <a:cs typeface="DejaVu Sans"/>
              </a:defRPr>
            </a:defPPr>
            <a:lvl1pPr algn="l">
              <a:buNone/>
              <a:defRPr sz="1950">
                <a:solidFill>
                  <a:srgbClr val="50665A"/>
                </a:solidFill>
                <a:latin typeface="DejaVu Sans"/>
                <a:ea typeface="DejaVu Sans"/>
                <a:cs typeface="DejaVu Sans"/>
              </a:defRPr>
            </a:lvl1pPr>
            <a:lvl2pPr algn="l">
              <a:buNone/>
              <a:defRPr sz="1950">
                <a:solidFill>
                  <a:srgbClr val="50665A"/>
                </a:solidFill>
                <a:latin typeface="DejaVu Sans"/>
                <a:ea typeface="DejaVu Sans"/>
                <a:cs typeface="DejaVu Sans"/>
              </a:defRPr>
            </a:lvl2pPr>
            <a:lvl3pPr algn="l">
              <a:buNone/>
              <a:defRPr sz="1950">
                <a:solidFill>
                  <a:srgbClr val="50665A"/>
                </a:solidFill>
                <a:latin typeface="DejaVu Sans"/>
                <a:ea typeface="DejaVu Sans"/>
                <a:cs typeface="DejaVu Sans"/>
              </a:defRPr>
            </a:lvl3pPr>
            <a:lvl4pPr algn="l">
              <a:buNone/>
              <a:defRPr sz="1950">
                <a:solidFill>
                  <a:srgbClr val="50665A"/>
                </a:solidFill>
                <a:latin typeface="DejaVu Sans"/>
                <a:ea typeface="DejaVu Sans"/>
                <a:cs typeface="DejaVu Sans"/>
              </a:defRPr>
            </a:lvl4pPr>
            <a:lvl5pPr algn="l">
              <a:buNone/>
              <a:defRPr sz="1950">
                <a:solidFill>
                  <a:srgbClr val="50665A"/>
                </a:solidFill>
                <a:latin typeface="DejaVu Sans"/>
                <a:ea typeface="DejaVu Sans"/>
                <a:cs typeface="DejaVu Sans"/>
              </a:defRPr>
            </a:lvl5pPr>
            <a:lvl6pPr algn="l">
              <a:buNone/>
              <a:defRPr sz="1950">
                <a:solidFill>
                  <a:srgbClr val="50665A"/>
                </a:solidFill>
                <a:latin typeface="DejaVu Sans"/>
                <a:ea typeface="DejaVu Sans"/>
                <a:cs typeface="DejaVu Sans"/>
              </a:defRPr>
            </a:lvl6pPr>
            <a:lvl7pPr algn="l">
              <a:buNone/>
              <a:defRPr sz="1950">
                <a:solidFill>
                  <a:srgbClr val="50665A"/>
                </a:solidFill>
                <a:latin typeface="DejaVu Sans"/>
                <a:ea typeface="DejaVu Sans"/>
                <a:cs typeface="DejaVu Sans"/>
              </a:defRPr>
            </a:lvl7pPr>
            <a:lvl8pPr algn="l">
              <a:buNone/>
              <a:defRPr sz="1950">
                <a:solidFill>
                  <a:srgbClr val="50665A"/>
                </a:solidFill>
                <a:latin typeface="DejaVu Sans"/>
                <a:ea typeface="DejaVu Sans"/>
                <a:cs typeface="DejaVu Sans"/>
              </a:defRPr>
            </a:lvl8pPr>
            <a:lvl9pPr algn="l">
              <a:buNone/>
              <a:defRPr sz="1950">
                <a:solidFill>
                  <a:srgbClr val="50665A"/>
                </a:solidFill>
                <a:latin typeface="DejaVu Sans"/>
                <a:ea typeface="DejaVu Sans"/>
                <a:cs typeface="DejaVu Sans"/>
              </a:defRPr>
            </a:lvl9pPr>
          </a:lstStyle>
          <a:p xmlns:a="http://schemas.openxmlformats.org/drawingml/2006/main">
            <a:pPr algn="l">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Issues and pull requests connect requirements, changes, tests and individual contributions.</a:t>
            </a:r>
          </a:p>
        </p:txBody>
      </p:sp>
      <p:sp>
        <p:nvSpPr>
          <p:cNvPr id="9" name="item-heading-3">
            <a:extLst xmlns:a="http://schemas.openxmlformats.org/drawingml/2006/main">
              <a:ext uri="{FF2B5EF4-FFF2-40B4-BE49-F238E27FC236}">
                <a16:creationId xmlns:a16="http://schemas.microsoft.com/office/drawing/2014/main" id="{7ABDCE43-2FDB-4100-8173-634E6311247A}"/>
              </a:ext>
            </a:extLst>
          </p:cNvPr>
          <p:cNvSpPr>
            <a:spLocks xmlns:a="http://schemas.openxmlformats.org/drawingml/2006/main" noGrp="1"/>
          </p:cNvSpPr>
          <p:nvPr/>
        </p:nvSpPr>
        <p:spPr>
          <a:xfrm xmlns:a="http://schemas.openxmlformats.org/drawingml/2006/main">
            <a:off x="685800" y="49625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Deployment acceptance</a:t>
            </a:r>
          </a:p>
        </p:txBody>
      </p:sp>
      <p:sp>
        <p:nvSpPr>
          <p:cNvPr id="10" name="item-body-3">
            <a:extLst xmlns:a="http://schemas.openxmlformats.org/drawingml/2006/main">
              <a:ext uri="{FF2B5EF4-FFF2-40B4-BE49-F238E27FC236}">
                <a16:creationId xmlns:a16="http://schemas.microsoft.com/office/drawing/2014/main" id="{AE434B81-E4EB-40A7-8C95-022D353C3B0A}"/>
              </a:ext>
            </a:extLst>
          </p:cNvPr>
          <p:cNvSpPr>
            <a:spLocks xmlns:a="http://schemas.openxmlformats.org/drawingml/2006/main" noGrp="1"/>
          </p:cNvSpPr>
          <p:nvPr/>
        </p:nvSpPr>
        <p:spPr>
          <a:xfrm xmlns:a="http://schemas.openxmlformats.org/drawingml/2006/main">
            <a:off x="685800" y="535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a:solidFill>
                  <a:srgbClr val="50665A"/>
                </a:solidFill>
                <a:latin typeface="DejaVu Sans"/>
                <a:ea typeface="DejaVu Sans"/>
                <a:cs typeface="DejaVu Sans"/>
              </a:defRPr>
            </a:defPPr>
            <a:lvl1pPr algn="l">
              <a:buNone/>
              <a:defRPr sz="1950">
                <a:solidFill>
                  <a:srgbClr val="50665A"/>
                </a:solidFill>
                <a:latin typeface="DejaVu Sans"/>
                <a:ea typeface="DejaVu Sans"/>
                <a:cs typeface="DejaVu Sans"/>
              </a:defRPr>
            </a:lvl1pPr>
            <a:lvl2pPr algn="l">
              <a:buNone/>
              <a:defRPr sz="1950">
                <a:solidFill>
                  <a:srgbClr val="50665A"/>
                </a:solidFill>
                <a:latin typeface="DejaVu Sans"/>
                <a:ea typeface="DejaVu Sans"/>
                <a:cs typeface="DejaVu Sans"/>
              </a:defRPr>
            </a:lvl2pPr>
            <a:lvl3pPr algn="l">
              <a:buNone/>
              <a:defRPr sz="1950">
                <a:solidFill>
                  <a:srgbClr val="50665A"/>
                </a:solidFill>
                <a:latin typeface="DejaVu Sans"/>
                <a:ea typeface="DejaVu Sans"/>
                <a:cs typeface="DejaVu Sans"/>
              </a:defRPr>
            </a:lvl3pPr>
            <a:lvl4pPr algn="l">
              <a:buNone/>
              <a:defRPr sz="1950">
                <a:solidFill>
                  <a:srgbClr val="50665A"/>
                </a:solidFill>
                <a:latin typeface="DejaVu Sans"/>
                <a:ea typeface="DejaVu Sans"/>
                <a:cs typeface="DejaVu Sans"/>
              </a:defRPr>
            </a:lvl4pPr>
            <a:lvl5pPr algn="l">
              <a:buNone/>
              <a:defRPr sz="1950">
                <a:solidFill>
                  <a:srgbClr val="50665A"/>
                </a:solidFill>
                <a:latin typeface="DejaVu Sans"/>
                <a:ea typeface="DejaVu Sans"/>
                <a:cs typeface="DejaVu Sans"/>
              </a:defRPr>
            </a:lvl5pPr>
            <a:lvl6pPr algn="l">
              <a:buNone/>
              <a:defRPr sz="1950">
                <a:solidFill>
                  <a:srgbClr val="50665A"/>
                </a:solidFill>
                <a:latin typeface="DejaVu Sans"/>
                <a:ea typeface="DejaVu Sans"/>
                <a:cs typeface="DejaVu Sans"/>
              </a:defRPr>
            </a:lvl6pPr>
            <a:lvl7pPr algn="l">
              <a:buNone/>
              <a:defRPr sz="1950">
                <a:solidFill>
                  <a:srgbClr val="50665A"/>
                </a:solidFill>
                <a:latin typeface="DejaVu Sans"/>
                <a:ea typeface="DejaVu Sans"/>
                <a:cs typeface="DejaVu Sans"/>
              </a:defRPr>
            </a:lvl7pPr>
            <a:lvl8pPr algn="l">
              <a:buNone/>
              <a:defRPr sz="1950">
                <a:solidFill>
                  <a:srgbClr val="50665A"/>
                </a:solidFill>
                <a:latin typeface="DejaVu Sans"/>
                <a:ea typeface="DejaVu Sans"/>
                <a:cs typeface="DejaVu Sans"/>
              </a:defRPr>
            </a:lvl8pPr>
            <a:lvl9pPr algn="l">
              <a:buNone/>
              <a:defRPr sz="1950">
                <a:solidFill>
                  <a:srgbClr val="50665A"/>
                </a:solidFill>
                <a:latin typeface="DejaVu Sans"/>
                <a:ea typeface="DejaVu Sans"/>
                <a:cs typeface="DejaVu Sans"/>
              </a:defRPr>
            </a:lvl9pPr>
          </a:lstStyle>
          <a:p xmlns:a="http://schemas.openxmlformats.org/drawingml/2006/main">
            <a:pPr algn="l">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Verify the live build independently, complete hosted checks and rehearse the 28 November defence.</a:t>
            </a:r>
          </a:p>
        </p:txBody>
      </p:sp>
    </p:spTree>
    <p:extLst>
      <p:ext uri="{BB962C8B-B14F-4D97-AF65-F5344CB8AC3E}">
        <p14:creationId xmlns:p14="http://schemas.microsoft.com/office/powerpoint/2010/main" val="63761731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4312D873-5A52-4CEE-96BE-460F23147AB9}"/>
              </a:ext>
            </a:extLst>
          </p:cNvPr>
          <p:cNvCxnSpPr>
            <a:stCxn xmlns:a="http://schemas.openxmlformats.org/drawingml/2006/main" id="6" idx="3"/>
            <a:endCxn xmlns:a="http://schemas.openxmlformats.org/drawingml/2006/main" id="9" idx="0"/>
          </p:cNvCxnSpPr>
          <p:nvPr/>
        </p:nvCxnSpPr>
        <p:spPr>
          <a:xfrm xmlns:a="http://schemas.openxmlformats.org/drawingml/2006/main">
            <a:off x="8143875" y="4495800"/>
            <a:ext cx="1952625" cy="790575"/>
          </a:xfrm>
          <a:prstGeom xmlns:a="http://schemas.openxmlformats.org/drawingml/2006/main" prst="bentConnector2">
            <a:avLst/>
          </a:prstGeom>
          <a:ln xmlns:a="http://schemas.openxmlformats.org/drawingml/2006/main" w="19050">
            <a:solidFill>
              <a:srgbClr val="62796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7CE842B6-5162-4E17-9307-C8002AAB164A}"/>
              </a:ext>
            </a:extLst>
          </p:cNvPr>
          <p:cNvCxnSpPr>
            <a:stCxn xmlns:a="http://schemas.openxmlformats.org/drawingml/2006/main" id="6" idx="2"/>
            <a:endCxn xmlns:a="http://schemas.openxmlformats.org/drawingml/2006/main" id="8" idx="0"/>
          </p:cNvCxnSpPr>
          <p:nvPr/>
        </p:nvCxnSpPr>
        <p:spPr>
          <a:xfrm xmlns:a="http://schemas.openxmlformats.org/drawingml/2006/main">
            <a:off x="6096000" y="4895850"/>
            <a:ext cx="0" cy="390525"/>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113E3402-C723-473E-AAE3-7A2E8FEBDFA6}"/>
              </a:ext>
            </a:extLst>
          </p:cNvPr>
          <p:cNvCxnSpPr>
            <a:stCxn xmlns:a="http://schemas.openxmlformats.org/drawingml/2006/main" id="6" idx="1"/>
            <a:endCxn xmlns:a="http://schemas.openxmlformats.org/drawingml/2006/main" id="7" idx="0"/>
          </p:cNvCxnSpPr>
          <p:nvPr/>
        </p:nvCxnSpPr>
        <p:spPr>
          <a:xfrm xmlns:a="http://schemas.openxmlformats.org/drawingml/2006/main" flipH="1">
            <a:off x="2095500" y="4495800"/>
            <a:ext cx="1952625" cy="790575"/>
          </a:xfrm>
          <a:prstGeom xmlns:a="http://schemas.openxmlformats.org/drawingml/2006/main" prst="bentConnector2">
            <a:avLst/>
          </a:prstGeom>
          <a:ln xmlns:a="http://schemas.openxmlformats.org/drawingml/2006/main" w="19050">
            <a:solidFill>
              <a:srgbClr val="62796B"/>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F23C916F-F7B5-4078-8C8B-601757BB211E}"/>
              </a:ext>
            </a:extLst>
          </p:cNvPr>
          <p:cNvCxnSpPr>
            <a:stCxn xmlns:a="http://schemas.openxmlformats.org/drawingml/2006/main" id="5" idx="2"/>
            <a:endCxn xmlns:a="http://schemas.openxmlformats.org/drawingml/2006/main" id="6" idx="0"/>
          </p:cNvCxnSpPr>
          <p:nvPr/>
        </p:nvCxnSpPr>
        <p:spPr>
          <a:xfrm xmlns:a="http://schemas.openxmlformats.org/drawingml/2006/main">
            <a:off x="6096000" y="3752850"/>
            <a:ext cx="0" cy="34290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F7C92B54-A0FA-4F14-AF24-38F22E002E46}"/>
              </a:ext>
            </a:extLst>
          </p:cNvPr>
          <p:cNvCxnSpPr>
            <a:stCxn xmlns:a="http://schemas.openxmlformats.org/drawingml/2006/main" id="4" idx="2"/>
            <a:endCxn xmlns:a="http://schemas.openxmlformats.org/drawingml/2006/main" id="5" idx="3"/>
          </p:cNvCxnSpPr>
          <p:nvPr/>
        </p:nvCxnSpPr>
        <p:spPr>
          <a:xfrm xmlns:a="http://schemas.openxmlformats.org/drawingml/2006/main" flipH="1">
            <a:off x="8143875" y="2619375"/>
            <a:ext cx="1762125" cy="733425"/>
          </a:xfrm>
          <a:prstGeom xmlns:a="http://schemas.openxmlformats.org/drawingml/2006/main" prst="bentConnector5">
            <a:avLst>
              <a:gd name="adj1" fmla="val 0"/>
              <a:gd name="adj2" fmla="val 31169"/>
              <a:gd name="adj3" fmla="val 87027"/>
            </a:avLst>
          </a:prstGeom>
          <a:ln xmlns:a="http://schemas.openxmlformats.org/drawingml/2006/main" w="19050">
            <a:solidFill>
              <a:srgbClr val="62796B"/>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F7AE73CF-4B63-4AA2-9A56-2F6BA0A405C6}"/>
              </a:ext>
            </a:extLst>
          </p:cNvPr>
          <p:cNvCxnSpPr>
            <a:stCxn xmlns:a="http://schemas.openxmlformats.org/drawingml/2006/main" id="3" idx="2"/>
            <a:endCxn xmlns:a="http://schemas.openxmlformats.org/drawingml/2006/main" id="5" idx="1"/>
          </p:cNvCxnSpPr>
          <p:nvPr/>
        </p:nvCxnSpPr>
        <p:spPr>
          <a:xfrm xmlns:a="http://schemas.openxmlformats.org/drawingml/2006/main">
            <a:off x="2286000" y="2619375"/>
            <a:ext cx="1762125" cy="733425"/>
          </a:xfrm>
          <a:prstGeom xmlns:a="http://schemas.openxmlformats.org/drawingml/2006/main" prst="bentConnector5">
            <a:avLst>
              <a:gd name="adj1" fmla="val 0"/>
              <a:gd name="adj2" fmla="val 31169"/>
              <a:gd name="adj3" fmla="val 87027"/>
            </a:avLst>
          </a:prstGeom>
          <a:ln xmlns:a="http://schemas.openxmlformats.org/drawingml/2006/main" w="19050">
            <a:solidFill>
              <a:srgbClr val="62796B"/>
            </a:solidFill>
            <a:prstDash val="solid"/>
            <a:tailEnd type="arrow" w="med" len="med"/>
          </a:ln>
        </p:spPr>
      </p:cxnSp>
      <p:sp>
        <p:nvSpPr>
          <p:cNvPr id="16" name="title">
            <a:extLst xmlns:a="http://schemas.openxmlformats.org/drawingml/2006/main">
              <a:ext uri="{FF2B5EF4-FFF2-40B4-BE49-F238E27FC236}">
                <a16:creationId xmlns:a16="http://schemas.microsoft.com/office/drawing/2014/main" id="{9D2D8622-7A0C-481D-9E02-3A7B959E94B9}"/>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System architecture</a:t>
            </a:r>
          </a:p>
        </p:txBody>
      </p:sp>
      <p:sp>
        <p:nvSpPr>
          <p:cNvPr id="2" name="page">
            <a:extLst xmlns:a="http://schemas.openxmlformats.org/drawingml/2006/main">
              <a:ext uri="{FF2B5EF4-FFF2-40B4-BE49-F238E27FC236}">
                <a16:creationId xmlns:a16="http://schemas.microsoft.com/office/drawing/2014/main" id="{6AA1D56B-24D3-4821-8669-C64C54C391AD}"/>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8</a:t>
            </a:r>
          </a:p>
        </p:txBody>
      </p:sp>
      <p:sp>
        <p:nvSpPr>
          <p:cNvPr id="3" name="citizen">
            <a:extLst xmlns:a="http://schemas.openxmlformats.org/drawingml/2006/main">
              <a:ext uri="{FF2B5EF4-FFF2-40B4-BE49-F238E27FC236}">
                <a16:creationId xmlns:a16="http://schemas.microsoft.com/office/drawing/2014/main" id="{5B0BFAEC-9A03-43A0-B164-45C0836EFF3E}"/>
              </a:ext>
            </a:extLst>
          </p:cNvPr>
          <p:cNvSpPr>
            <a:spLocks xmlns:a="http://schemas.openxmlformats.org/drawingml/2006/main" noGrp="1"/>
          </p:cNvSpPr>
          <p:nvPr/>
        </p:nvSpPr>
        <p:spPr>
          <a:xfrm xmlns:a="http://schemas.openxmlformats.org/drawingml/2006/main">
            <a:off x="857250" y="1762125"/>
            <a:ext cx="285750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Citizen browser</a:t>
            </a:r>
          </a:p>
        </p:txBody>
      </p:sp>
      <p:sp>
        <p:nvSpPr>
          <p:cNvPr id="4" name="staff">
            <a:extLst xmlns:a="http://schemas.openxmlformats.org/drawingml/2006/main">
              <a:ext uri="{FF2B5EF4-FFF2-40B4-BE49-F238E27FC236}">
                <a16:creationId xmlns:a16="http://schemas.microsoft.com/office/drawing/2014/main" id="{1D39CE72-3E54-423B-9F7D-0F710482663F}"/>
              </a:ext>
            </a:extLst>
          </p:cNvPr>
          <p:cNvSpPr>
            <a:spLocks xmlns:a="http://schemas.openxmlformats.org/drawingml/2006/main" noGrp="1"/>
          </p:cNvSpPr>
          <p:nvPr/>
        </p:nvSpPr>
        <p:spPr>
          <a:xfrm xmlns:a="http://schemas.openxmlformats.org/drawingml/2006/main">
            <a:off x="8477250" y="1762125"/>
            <a:ext cx="285750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Staff browser</a:t>
            </a:r>
          </a:p>
        </p:txBody>
      </p:sp>
      <p:sp>
        <p:nvSpPr>
          <p:cNvPr id="5" name="gateway">
            <a:extLst xmlns:a="http://schemas.openxmlformats.org/drawingml/2006/main">
              <a:ext uri="{FF2B5EF4-FFF2-40B4-BE49-F238E27FC236}">
                <a16:creationId xmlns:a16="http://schemas.microsoft.com/office/drawing/2014/main" id="{58741A81-7EF9-4DF4-9A14-560A7410D20F}"/>
              </a:ext>
            </a:extLst>
          </p:cNvPr>
          <p:cNvSpPr>
            <a:spLocks xmlns:a="http://schemas.openxmlformats.org/drawingml/2006/main" noGrp="1"/>
          </p:cNvSpPr>
          <p:nvPr/>
        </p:nvSpPr>
        <p:spPr>
          <a:xfrm xmlns:a="http://schemas.openxmlformats.org/drawingml/2006/main">
            <a:off x="4048125" y="2952750"/>
            <a:ext cx="4095750" cy="8001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Routes and access checks</a:t>
            </a:r>
          </a:p>
        </p:txBody>
      </p:sp>
      <p:sp>
        <p:nvSpPr>
          <p:cNvPr id="6" name="workflow">
            <a:extLst xmlns:a="http://schemas.openxmlformats.org/drawingml/2006/main">
              <a:ext uri="{FF2B5EF4-FFF2-40B4-BE49-F238E27FC236}">
                <a16:creationId xmlns:a16="http://schemas.microsoft.com/office/drawing/2014/main" id="{6A304300-6FC7-48CD-BD49-9AD1A2A39D3C}"/>
              </a:ext>
            </a:extLst>
          </p:cNvPr>
          <p:cNvSpPr>
            <a:spLocks xmlns:a="http://schemas.openxmlformats.org/drawingml/2006/main" noGrp="1"/>
          </p:cNvSpPr>
          <p:nvPr/>
        </p:nvSpPr>
        <p:spPr>
          <a:xfrm xmlns:a="http://schemas.openxmlformats.org/drawingml/2006/main">
            <a:off x="4048125" y="4095750"/>
            <a:ext cx="4095750" cy="8001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PHP service workflows</a:t>
            </a:r>
          </a:p>
        </p:txBody>
      </p:sp>
      <p:sp>
        <p:nvSpPr>
          <p:cNvPr id="7" name="database">
            <a:extLst xmlns:a="http://schemas.openxmlformats.org/drawingml/2006/main">
              <a:ext uri="{FF2B5EF4-FFF2-40B4-BE49-F238E27FC236}">
                <a16:creationId xmlns:a16="http://schemas.microsoft.com/office/drawing/2014/main" id="{34571C2F-0F12-43E6-8570-18BD27C15F43}"/>
              </a:ext>
            </a:extLst>
          </p:cNvPr>
          <p:cNvSpPr>
            <a:spLocks xmlns:a="http://schemas.openxmlformats.org/drawingml/2006/main" noGrp="1"/>
          </p:cNvSpPr>
          <p:nvPr/>
        </p:nvSpPr>
        <p:spPr>
          <a:xfrm xmlns:a="http://schemas.openxmlformats.org/drawingml/2006/main">
            <a:off x="571500" y="5286375"/>
            <a:ext cx="3048000" cy="8001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PDO database</a:t>
            </a:r>
          </a:p>
        </p:txBody>
      </p:sp>
      <p:sp>
        <p:nvSpPr>
          <p:cNvPr id="8" name="storage">
            <a:extLst xmlns:a="http://schemas.openxmlformats.org/drawingml/2006/main">
              <a:ext uri="{FF2B5EF4-FFF2-40B4-BE49-F238E27FC236}">
                <a16:creationId xmlns:a16="http://schemas.microsoft.com/office/drawing/2014/main" id="{9EA88436-F6D9-4E29-9911-ED3645A34554}"/>
              </a:ext>
            </a:extLst>
          </p:cNvPr>
          <p:cNvSpPr>
            <a:spLocks xmlns:a="http://schemas.openxmlformats.org/drawingml/2006/main" noGrp="1"/>
          </p:cNvSpPr>
          <p:nvPr/>
        </p:nvSpPr>
        <p:spPr>
          <a:xfrm xmlns:a="http://schemas.openxmlformats.org/drawingml/2006/main">
            <a:off x="4572000" y="5286375"/>
            <a:ext cx="3048000" cy="8001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Private file storage</a:t>
            </a:r>
          </a:p>
        </p:txBody>
      </p:sp>
      <p:sp>
        <p:nvSpPr>
          <p:cNvPr id="9" name="jobs">
            <a:extLst xmlns:a="http://schemas.openxmlformats.org/drawingml/2006/main">
              <a:ext uri="{FF2B5EF4-FFF2-40B4-BE49-F238E27FC236}">
                <a16:creationId xmlns:a16="http://schemas.microsoft.com/office/drawing/2014/main" id="{5190CF3A-A33A-47BE-B385-540B85E1FE46}"/>
              </a:ext>
            </a:extLst>
          </p:cNvPr>
          <p:cNvSpPr>
            <a:spLocks xmlns:a="http://schemas.openxmlformats.org/drawingml/2006/main" noGrp="1"/>
          </p:cNvSpPr>
          <p:nvPr/>
        </p:nvSpPr>
        <p:spPr>
          <a:xfrm xmlns:a="http://schemas.openxmlformats.org/drawingml/2006/main">
            <a:off x="8572500" y="5286375"/>
            <a:ext cx="3048000" cy="8001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Scheduled delivery</a:t>
            </a:r>
          </a:p>
        </p:txBody>
      </p:sp>
    </p:spTree>
    <p:extLst>
      <p:ext uri="{BB962C8B-B14F-4D97-AF65-F5344CB8AC3E}">
        <p14:creationId xmlns:p14="http://schemas.microsoft.com/office/powerpoint/2010/main" val="21319818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F9753ACB-C31E-4A39-9200-D1209C9E9F8D}"/>
              </a:ext>
            </a:extLst>
          </p:cNvPr>
          <p:cNvCxnSpPr>
            <a:stCxn xmlns:a="http://schemas.openxmlformats.org/drawingml/2006/main" id="6" idx="2"/>
            <a:endCxn xmlns:a="http://schemas.openxmlformats.org/drawingml/2006/main" id="9" idx="0"/>
          </p:cNvCxnSpPr>
          <p:nvPr/>
        </p:nvCxnSpPr>
        <p:spPr>
          <a:xfrm xmlns:a="http://schemas.openxmlformats.org/drawingml/2006/main">
            <a:off x="6096000" y="4238625"/>
            <a:ext cx="4048125" cy="1000125"/>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38A5D601-FAD3-480B-9568-D485B0965A68}"/>
              </a:ext>
            </a:extLst>
          </p:cNvPr>
          <p:cNvCxnSpPr>
            <a:stCxn xmlns:a="http://schemas.openxmlformats.org/drawingml/2006/main" id="6" idx="2"/>
            <a:endCxn xmlns:a="http://schemas.openxmlformats.org/drawingml/2006/main" id="8" idx="0"/>
          </p:cNvCxnSpPr>
          <p:nvPr/>
        </p:nvCxnSpPr>
        <p:spPr>
          <a:xfrm xmlns:a="http://schemas.openxmlformats.org/drawingml/2006/main">
            <a:off x="6096000" y="4238625"/>
            <a:ext cx="0" cy="1000125"/>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B137F96F-7982-450A-AD32-DAC4CEED7F3F}"/>
              </a:ext>
            </a:extLst>
          </p:cNvPr>
          <p:cNvCxnSpPr>
            <a:stCxn xmlns:a="http://schemas.openxmlformats.org/drawingml/2006/main" id="6" idx="2"/>
            <a:endCxn xmlns:a="http://schemas.openxmlformats.org/drawingml/2006/main" id="7" idx="0"/>
          </p:cNvCxnSpPr>
          <p:nvPr/>
        </p:nvCxnSpPr>
        <p:spPr>
          <a:xfrm xmlns:a="http://schemas.openxmlformats.org/drawingml/2006/main" flipH="1">
            <a:off x="2047875" y="4238625"/>
            <a:ext cx="4048125" cy="1000125"/>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3ABE3A53-EC94-4486-95CF-2EBD0B2D43B1}"/>
              </a:ext>
            </a:extLst>
          </p:cNvPr>
          <p:cNvCxnSpPr>
            <a:stCxn xmlns:a="http://schemas.openxmlformats.org/drawingml/2006/main" id="3" idx="2"/>
            <a:endCxn xmlns:a="http://schemas.openxmlformats.org/drawingml/2006/main" id="6" idx="1"/>
          </p:cNvCxnSpPr>
          <p:nvPr/>
        </p:nvCxnSpPr>
        <p:spPr>
          <a:xfrm xmlns:a="http://schemas.openxmlformats.org/drawingml/2006/main">
            <a:off x="2047875" y="2524125"/>
            <a:ext cx="2047875" cy="1238250"/>
          </a:xfrm>
          <a:prstGeom xmlns:a="http://schemas.openxmlformats.org/drawingml/2006/main" prst="bentConnector5">
            <a:avLst>
              <a:gd name="adj1" fmla="val 0"/>
              <a:gd name="adj2" fmla="val 18462"/>
              <a:gd name="adj3" fmla="val 88837"/>
            </a:avLst>
          </a:prstGeom>
          <a:ln xmlns:a="http://schemas.openxmlformats.org/drawingml/2006/main" w="19050">
            <a:solidFill>
              <a:srgbClr val="62796B"/>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A2746128-1D29-4BCA-B7C6-898235761C5A}"/>
              </a:ext>
            </a:extLst>
          </p:cNvPr>
          <p:cNvCxnSpPr>
            <a:stCxn xmlns:a="http://schemas.openxmlformats.org/drawingml/2006/main" id="5" idx="2"/>
            <a:endCxn xmlns:a="http://schemas.openxmlformats.org/drawingml/2006/main" id="6" idx="3"/>
          </p:cNvCxnSpPr>
          <p:nvPr/>
        </p:nvCxnSpPr>
        <p:spPr>
          <a:xfrm xmlns:a="http://schemas.openxmlformats.org/drawingml/2006/main" flipH="1">
            <a:off x="8096250" y="2524125"/>
            <a:ext cx="2047875" cy="1238250"/>
          </a:xfrm>
          <a:prstGeom xmlns:a="http://schemas.openxmlformats.org/drawingml/2006/main" prst="bentConnector5">
            <a:avLst>
              <a:gd name="adj1" fmla="val 0"/>
              <a:gd name="adj2" fmla="val 18462"/>
              <a:gd name="adj3" fmla="val 88837"/>
            </a:avLst>
          </a:prstGeom>
          <a:ln xmlns:a="http://schemas.openxmlformats.org/drawingml/2006/main" w="19050">
            <a:solidFill>
              <a:srgbClr val="6279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D8B5CCD2-6AB5-472F-81EE-F4DAA03FA74B}"/>
              </a:ext>
            </a:extLst>
          </p:cNvPr>
          <p:cNvCxnSpPr>
            <a:stCxn xmlns:a="http://schemas.openxmlformats.org/drawingml/2006/main" id="4" idx="2"/>
            <a:endCxn xmlns:a="http://schemas.openxmlformats.org/drawingml/2006/main" id="6" idx="0"/>
          </p:cNvCxnSpPr>
          <p:nvPr/>
        </p:nvCxnSpPr>
        <p:spPr>
          <a:xfrm xmlns:a="http://schemas.openxmlformats.org/drawingml/2006/main">
            <a:off x="6096000" y="2524125"/>
            <a:ext cx="0" cy="76200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EF4C56EF-A0EB-4DC9-8A8F-5BDA460CDB43}"/>
              </a:ext>
            </a:extLst>
          </p:cNvPr>
          <p:cNvCxnSpPr>
            <a:stCxn xmlns:a="http://schemas.openxmlformats.org/drawingml/2006/main" id="3" idx="3"/>
            <a:endCxn xmlns:a="http://schemas.openxmlformats.org/drawingml/2006/main" id="4" idx="1"/>
          </p:cNvCxnSpPr>
          <p:nvPr/>
        </p:nvCxnSpPr>
        <p:spPr>
          <a:xfrm xmlns:a="http://schemas.openxmlformats.org/drawingml/2006/main">
            <a:off x="3476625" y="2095500"/>
            <a:ext cx="1190625" cy="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sp>
        <p:nvSpPr>
          <p:cNvPr id="17" name="title">
            <a:extLst xmlns:a="http://schemas.openxmlformats.org/drawingml/2006/main">
              <a:ext uri="{FF2B5EF4-FFF2-40B4-BE49-F238E27FC236}">
                <a16:creationId xmlns:a16="http://schemas.microsoft.com/office/drawing/2014/main" id="{002DC07B-1AC0-4BA5-BA7B-3ACD809D04D5}"/>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Core data model</a:t>
            </a:r>
          </a:p>
        </p:txBody>
      </p:sp>
      <p:sp>
        <p:nvSpPr>
          <p:cNvPr id="2" name="page">
            <a:extLst xmlns:a="http://schemas.openxmlformats.org/drawingml/2006/main">
              <a:ext uri="{FF2B5EF4-FFF2-40B4-BE49-F238E27FC236}">
                <a16:creationId xmlns:a16="http://schemas.microsoft.com/office/drawing/2014/main" id="{B2467ED1-2175-4A9E-80ED-F01E5FCC08EA}"/>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9</a:t>
            </a:r>
          </a:p>
        </p:txBody>
      </p:sp>
      <p:sp>
        <p:nvSpPr>
          <p:cNvPr id="3" name="departments">
            <a:extLst xmlns:a="http://schemas.openxmlformats.org/drawingml/2006/main">
              <a:ext uri="{FF2B5EF4-FFF2-40B4-BE49-F238E27FC236}">
                <a16:creationId xmlns:a16="http://schemas.microsoft.com/office/drawing/2014/main" id="{E3258F00-BB67-4782-8C27-248680031FB3}"/>
              </a:ext>
            </a:extLst>
          </p:cNvPr>
          <p:cNvSpPr>
            <a:spLocks xmlns:a="http://schemas.openxmlformats.org/drawingml/2006/main" noGrp="1"/>
          </p:cNvSpPr>
          <p:nvPr/>
        </p:nvSpPr>
        <p:spPr>
          <a:xfrm xmlns:a="http://schemas.openxmlformats.org/drawingml/2006/main">
            <a:off x="619125" y="1666875"/>
            <a:ext cx="285750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departments</a:t>
            </a:r>
          </a:p>
        </p:txBody>
      </p:sp>
      <p:sp>
        <p:nvSpPr>
          <p:cNvPr id="4" name="services">
            <a:extLst xmlns:a="http://schemas.openxmlformats.org/drawingml/2006/main">
              <a:ext uri="{FF2B5EF4-FFF2-40B4-BE49-F238E27FC236}">
                <a16:creationId xmlns:a16="http://schemas.microsoft.com/office/drawing/2014/main" id="{8284CF46-8305-4C3A-90F3-C65BE26E4563}"/>
              </a:ext>
            </a:extLst>
          </p:cNvPr>
          <p:cNvSpPr>
            <a:spLocks xmlns:a="http://schemas.openxmlformats.org/drawingml/2006/main" noGrp="1"/>
          </p:cNvSpPr>
          <p:nvPr/>
        </p:nvSpPr>
        <p:spPr>
          <a:xfrm xmlns:a="http://schemas.openxmlformats.org/drawingml/2006/main">
            <a:off x="4667250" y="1666875"/>
            <a:ext cx="285750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services</a:t>
            </a:r>
          </a:p>
        </p:txBody>
      </p:sp>
      <p:sp>
        <p:nvSpPr>
          <p:cNvPr id="5" name="users">
            <a:extLst xmlns:a="http://schemas.openxmlformats.org/drawingml/2006/main">
              <a:ext uri="{FF2B5EF4-FFF2-40B4-BE49-F238E27FC236}">
                <a16:creationId xmlns:a16="http://schemas.microsoft.com/office/drawing/2014/main" id="{E8076A9E-AFE9-4585-86D8-01CDA57993D6}"/>
              </a:ext>
            </a:extLst>
          </p:cNvPr>
          <p:cNvSpPr>
            <a:spLocks xmlns:a="http://schemas.openxmlformats.org/drawingml/2006/main" noGrp="1"/>
          </p:cNvSpPr>
          <p:nvPr/>
        </p:nvSpPr>
        <p:spPr>
          <a:xfrm xmlns:a="http://schemas.openxmlformats.org/drawingml/2006/main">
            <a:off x="8715375" y="1666875"/>
            <a:ext cx="285750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users</a:t>
            </a:r>
          </a:p>
        </p:txBody>
      </p:sp>
      <p:sp>
        <p:nvSpPr>
          <p:cNvPr id="6" name="requests">
            <a:extLst xmlns:a="http://schemas.openxmlformats.org/drawingml/2006/main">
              <a:ext uri="{FF2B5EF4-FFF2-40B4-BE49-F238E27FC236}">
                <a16:creationId xmlns:a16="http://schemas.microsoft.com/office/drawing/2014/main" id="{322FE9A6-4CE7-44EE-8E32-393353B917D2}"/>
              </a:ext>
            </a:extLst>
          </p:cNvPr>
          <p:cNvSpPr>
            <a:spLocks xmlns:a="http://schemas.openxmlformats.org/drawingml/2006/main" noGrp="1"/>
          </p:cNvSpPr>
          <p:nvPr/>
        </p:nvSpPr>
        <p:spPr>
          <a:xfrm xmlns:a="http://schemas.openxmlformats.org/drawingml/2006/main">
            <a:off x="4095750" y="3286125"/>
            <a:ext cx="4000500" cy="9525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requests</a:t>
            </a:r>
          </a:p>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owner service department officer</a:t>
            </a:r>
          </a:p>
        </p:txBody>
      </p:sp>
      <p:sp>
        <p:nvSpPr>
          <p:cNvPr id="7" name="events">
            <a:extLst xmlns:a="http://schemas.openxmlformats.org/drawingml/2006/main">
              <a:ext uri="{FF2B5EF4-FFF2-40B4-BE49-F238E27FC236}">
                <a16:creationId xmlns:a16="http://schemas.microsoft.com/office/drawing/2014/main" id="{30A2D8AF-40F5-4983-A9D4-DD0EA8492BD6}"/>
              </a:ext>
            </a:extLst>
          </p:cNvPr>
          <p:cNvSpPr>
            <a:spLocks xmlns:a="http://schemas.openxmlformats.org/drawingml/2006/main" noGrp="1"/>
          </p:cNvSpPr>
          <p:nvPr/>
        </p:nvSpPr>
        <p:spPr>
          <a:xfrm xmlns:a="http://schemas.openxmlformats.org/drawingml/2006/main">
            <a:off x="619125" y="5238750"/>
            <a:ext cx="285750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events</a:t>
            </a:r>
          </a:p>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request history</a:t>
            </a:r>
          </a:p>
        </p:txBody>
      </p:sp>
      <p:sp>
        <p:nvSpPr>
          <p:cNvPr id="8" name="attachments">
            <a:extLst xmlns:a="http://schemas.openxmlformats.org/drawingml/2006/main">
              <a:ext uri="{FF2B5EF4-FFF2-40B4-BE49-F238E27FC236}">
                <a16:creationId xmlns:a16="http://schemas.microsoft.com/office/drawing/2014/main" id="{9FF0CF20-9EFF-4AF7-B496-BC47A1E6747B}"/>
              </a:ext>
            </a:extLst>
          </p:cNvPr>
          <p:cNvSpPr>
            <a:spLocks xmlns:a="http://schemas.openxmlformats.org/drawingml/2006/main" noGrp="1"/>
          </p:cNvSpPr>
          <p:nvPr/>
        </p:nvSpPr>
        <p:spPr>
          <a:xfrm xmlns:a="http://schemas.openxmlformats.org/drawingml/2006/main">
            <a:off x="4667250" y="5238750"/>
            <a:ext cx="285750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attachments</a:t>
            </a:r>
          </a:p>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private evidence</a:t>
            </a:r>
          </a:p>
        </p:txBody>
      </p:sp>
      <p:sp>
        <p:nvSpPr>
          <p:cNvPr id="9" name="feedback">
            <a:extLst xmlns:a="http://schemas.openxmlformats.org/drawingml/2006/main">
              <a:ext uri="{FF2B5EF4-FFF2-40B4-BE49-F238E27FC236}">
                <a16:creationId xmlns:a16="http://schemas.microsoft.com/office/drawing/2014/main" id="{AC505336-C00B-4A4A-9842-C0A45E7E05B4}"/>
              </a:ext>
            </a:extLst>
          </p:cNvPr>
          <p:cNvSpPr>
            <a:spLocks xmlns:a="http://schemas.openxmlformats.org/drawingml/2006/main" noGrp="1"/>
          </p:cNvSpPr>
          <p:nvPr/>
        </p:nvSpPr>
        <p:spPr>
          <a:xfrm xmlns:a="http://schemas.openxmlformats.org/drawingml/2006/main">
            <a:off x="8715375" y="5238750"/>
            <a:ext cx="285750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feedback</a:t>
            </a:r>
          </a:p>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one rating per request</a:t>
            </a:r>
          </a:p>
        </p:txBody>
      </p:sp>
    </p:spTree>
    <p:extLst>
      <p:ext uri="{BB962C8B-B14F-4D97-AF65-F5344CB8AC3E}">
        <p14:creationId xmlns:p14="http://schemas.microsoft.com/office/powerpoint/2010/main" val="2334386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6E47DFB3-FB42-4CA2-915B-88946BD1F8E5}"/>
              </a:ext>
            </a:extLst>
          </p:cNvPr>
          <p:cNvCxnSpPr>
            <a:stCxn xmlns:a="http://schemas.openxmlformats.org/drawingml/2006/main" id="5" idx="2"/>
            <a:endCxn xmlns:a="http://schemas.openxmlformats.org/drawingml/2006/main" id="10" idx="0"/>
          </p:cNvCxnSpPr>
          <p:nvPr/>
        </p:nvCxnSpPr>
        <p:spPr>
          <a:xfrm xmlns:a="http://schemas.openxmlformats.org/drawingml/2006/main">
            <a:off x="7620000" y="2714625"/>
            <a:ext cx="2952750" cy="2286000"/>
          </a:xfrm>
          <a:prstGeom xmlns:a="http://schemas.openxmlformats.org/drawingml/2006/main" prst="bentConnector4">
            <a:avLst>
              <a:gd name="adj1" fmla="val 0"/>
              <a:gd name="adj2" fmla="val 50000"/>
            </a:avLst>
          </a:prstGeom>
          <a:ln xmlns:a="http://schemas.openxmlformats.org/drawingml/2006/main" w="19050">
            <a:solidFill>
              <a:srgbClr val="62796B"/>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894B8FF8-D798-453D-B507-C4F41F5DA667}"/>
              </a:ext>
            </a:extLst>
          </p:cNvPr>
          <p:cNvCxnSpPr>
            <a:stCxn xmlns:a="http://schemas.openxmlformats.org/drawingml/2006/main" id="5" idx="2"/>
            <a:endCxn xmlns:a="http://schemas.openxmlformats.org/drawingml/2006/main" id="9" idx="0"/>
          </p:cNvCxnSpPr>
          <p:nvPr/>
        </p:nvCxnSpPr>
        <p:spPr>
          <a:xfrm xmlns:a="http://schemas.openxmlformats.org/drawingml/2006/main">
            <a:off x="7620000" y="2714625"/>
            <a:ext cx="0" cy="228600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68C0B2F8-EF69-497D-A80E-B44895AC284C}"/>
              </a:ext>
            </a:extLst>
          </p:cNvPr>
          <p:cNvCxnSpPr>
            <a:stCxn xmlns:a="http://schemas.openxmlformats.org/drawingml/2006/main" id="5" idx="2"/>
            <a:endCxn xmlns:a="http://schemas.openxmlformats.org/drawingml/2006/main" id="8" idx="0"/>
          </p:cNvCxnSpPr>
          <p:nvPr/>
        </p:nvCxnSpPr>
        <p:spPr>
          <a:xfrm xmlns:a="http://schemas.openxmlformats.org/drawingml/2006/main" flipH="1">
            <a:off x="4667250" y="2714625"/>
            <a:ext cx="2952750" cy="2286000"/>
          </a:xfrm>
          <a:prstGeom xmlns:a="http://schemas.openxmlformats.org/drawingml/2006/main" prst="bentConnector4">
            <a:avLst>
              <a:gd name="adj1" fmla="val 0"/>
              <a:gd name="adj2" fmla="val 50000"/>
            </a:avLst>
          </a:prstGeom>
          <a:ln xmlns:a="http://schemas.openxmlformats.org/drawingml/2006/main" w="19050">
            <a:solidFill>
              <a:srgbClr val="62796B"/>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891A5402-54B7-4CFE-82D4-DF3084315D92}"/>
              </a:ext>
            </a:extLst>
          </p:cNvPr>
          <p:cNvCxnSpPr>
            <a:stCxn xmlns:a="http://schemas.openxmlformats.org/drawingml/2006/main" id="3" idx="2"/>
            <a:endCxn xmlns:a="http://schemas.openxmlformats.org/drawingml/2006/main" id="7" idx="0"/>
          </p:cNvCxnSpPr>
          <p:nvPr/>
        </p:nvCxnSpPr>
        <p:spPr>
          <a:xfrm xmlns:a="http://schemas.openxmlformats.org/drawingml/2006/main">
            <a:off x="1714500" y="2714625"/>
            <a:ext cx="0" cy="228600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3054C18C-3D5A-414C-AFC4-3A89FF64ABFF}"/>
              </a:ext>
            </a:extLst>
          </p:cNvPr>
          <p:cNvCxnSpPr>
            <a:stCxn xmlns:a="http://schemas.openxmlformats.org/drawingml/2006/main" id="6" idx="0"/>
            <a:endCxn xmlns:a="http://schemas.openxmlformats.org/drawingml/2006/main" id="4" idx="0"/>
          </p:cNvCxnSpPr>
          <p:nvPr/>
        </p:nvCxnSpPr>
        <p:spPr>
          <a:xfrm xmlns:a="http://schemas.openxmlformats.org/drawingml/2006/main" flipH="1">
            <a:off x="4667250" y="1628775"/>
            <a:ext cx="5905500" cy="228600"/>
          </a:xfrm>
          <a:prstGeom xmlns:a="http://schemas.openxmlformats.org/drawingml/2006/main" prst="bentConnector4">
            <a:avLst/>
          </a:prstGeom>
          <a:ln xmlns:a="http://schemas.openxmlformats.org/drawingml/2006/main" w="19050">
            <a:solidFill>
              <a:srgbClr val="62796B"/>
            </a:solidFill>
            <a:prstDash val="dash"/>
            <a:tailEnd type="arrow" w="med" len="med"/>
          </a:ln>
        </p:spPr>
      </p:cxnSp>
      <p:cxnSp>
        <p:nvCxnSpPr>
          <p:cNvPr id="13" name="">
            <a:extLst xmlns:a="http://schemas.openxmlformats.org/drawingml/2006/main">
              <a:ext uri="{FF2B5EF4-FFF2-40B4-BE49-F238E27FC236}">
                <a16:creationId xmlns:a16="http://schemas.microsoft.com/office/drawing/2014/main" id="{0EB7D51D-2A9E-4D36-A434-22F973A00447}"/>
              </a:ext>
            </a:extLst>
          </p:cNvPr>
          <p:cNvCxnSpPr>
            <a:stCxn xmlns:a="http://schemas.openxmlformats.org/drawingml/2006/main" id="5" idx="3"/>
            <a:endCxn xmlns:a="http://schemas.openxmlformats.org/drawingml/2006/main" id="6" idx="1"/>
          </p:cNvCxnSpPr>
          <p:nvPr/>
        </p:nvCxnSpPr>
        <p:spPr>
          <a:xfrm xmlns:a="http://schemas.openxmlformats.org/drawingml/2006/main">
            <a:off x="8810625" y="2286000"/>
            <a:ext cx="571500" cy="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E73B0F7D-B722-4CC1-9B38-1E8CF3BC1A4A}"/>
              </a:ext>
            </a:extLst>
          </p:cNvPr>
          <p:cNvCxnSpPr>
            <a:stCxn xmlns:a="http://schemas.openxmlformats.org/drawingml/2006/main" id="4" idx="3"/>
            <a:endCxn xmlns:a="http://schemas.openxmlformats.org/drawingml/2006/main" id="5" idx="1"/>
          </p:cNvCxnSpPr>
          <p:nvPr/>
        </p:nvCxnSpPr>
        <p:spPr>
          <a:xfrm xmlns:a="http://schemas.openxmlformats.org/drawingml/2006/main">
            <a:off x="5857875" y="2286000"/>
            <a:ext cx="571500" cy="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B00E4CAC-DFC0-4B45-AB0E-157515095E1B}"/>
              </a:ext>
            </a:extLst>
          </p:cNvPr>
          <p:cNvCxnSpPr>
            <a:stCxn xmlns:a="http://schemas.openxmlformats.org/drawingml/2006/main" id="3" idx="3"/>
            <a:endCxn xmlns:a="http://schemas.openxmlformats.org/drawingml/2006/main" id="4" idx="1"/>
          </p:cNvCxnSpPr>
          <p:nvPr/>
        </p:nvCxnSpPr>
        <p:spPr>
          <a:xfrm xmlns:a="http://schemas.openxmlformats.org/drawingml/2006/main">
            <a:off x="2905125" y="2286000"/>
            <a:ext cx="571500" cy="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sp>
        <p:nvSpPr>
          <p:cNvPr id="20" name="title">
            <a:extLst xmlns:a="http://schemas.openxmlformats.org/drawingml/2006/main">
              <a:ext uri="{FF2B5EF4-FFF2-40B4-BE49-F238E27FC236}">
                <a16:creationId xmlns:a16="http://schemas.microsoft.com/office/drawing/2014/main" id="{59BBCB67-0B02-4ABD-A2BB-3ABCD8BD74A2}"/>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Complaint and permit lifecycle</a:t>
            </a:r>
          </a:p>
        </p:txBody>
      </p:sp>
      <p:sp>
        <p:nvSpPr>
          <p:cNvPr id="2" name="page">
            <a:extLst xmlns:a="http://schemas.openxmlformats.org/drawingml/2006/main">
              <a:ext uri="{FF2B5EF4-FFF2-40B4-BE49-F238E27FC236}">
                <a16:creationId xmlns:a16="http://schemas.microsoft.com/office/drawing/2014/main" id="{E197C4B9-2A3A-416F-918A-A887D25D9227}"/>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10</a:t>
            </a:r>
          </a:p>
        </p:txBody>
      </p:sp>
      <p:sp>
        <p:nvSpPr>
          <p:cNvPr id="3" name="draft">
            <a:extLst xmlns:a="http://schemas.openxmlformats.org/drawingml/2006/main">
              <a:ext uri="{FF2B5EF4-FFF2-40B4-BE49-F238E27FC236}">
                <a16:creationId xmlns:a16="http://schemas.microsoft.com/office/drawing/2014/main" id="{608875B1-75B8-431E-9D2A-BE62B7CC7D66}"/>
              </a:ext>
            </a:extLst>
          </p:cNvPr>
          <p:cNvSpPr>
            <a:spLocks xmlns:a="http://schemas.openxmlformats.org/drawingml/2006/main" noGrp="1"/>
          </p:cNvSpPr>
          <p:nvPr/>
        </p:nvSpPr>
        <p:spPr>
          <a:xfrm xmlns:a="http://schemas.openxmlformats.org/drawingml/2006/main">
            <a:off x="523875" y="1857375"/>
            <a:ext cx="238125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Draft</a:t>
            </a:r>
          </a:p>
        </p:txBody>
      </p:sp>
      <p:sp>
        <p:nvSpPr>
          <p:cNvPr id="4" name="submitted">
            <a:extLst xmlns:a="http://schemas.openxmlformats.org/drawingml/2006/main">
              <a:ext uri="{FF2B5EF4-FFF2-40B4-BE49-F238E27FC236}">
                <a16:creationId xmlns:a16="http://schemas.microsoft.com/office/drawing/2014/main" id="{A4C2F8D3-98F8-4B2B-AC97-A35FE03CDE6F}"/>
              </a:ext>
            </a:extLst>
          </p:cNvPr>
          <p:cNvSpPr>
            <a:spLocks xmlns:a="http://schemas.openxmlformats.org/drawingml/2006/main" noGrp="1"/>
          </p:cNvSpPr>
          <p:nvPr/>
        </p:nvSpPr>
        <p:spPr>
          <a:xfrm xmlns:a="http://schemas.openxmlformats.org/drawingml/2006/main">
            <a:off x="3476625" y="1857375"/>
            <a:ext cx="238125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Submitted</a:t>
            </a:r>
          </a:p>
        </p:txBody>
      </p:sp>
      <p:sp>
        <p:nvSpPr>
          <p:cNvPr id="5" name="review">
            <a:extLst xmlns:a="http://schemas.openxmlformats.org/drawingml/2006/main">
              <a:ext uri="{FF2B5EF4-FFF2-40B4-BE49-F238E27FC236}">
                <a16:creationId xmlns:a16="http://schemas.microsoft.com/office/drawing/2014/main" id="{8F15DF58-C72C-49E8-B4D4-2C9F8E340C31}"/>
              </a:ext>
            </a:extLst>
          </p:cNvPr>
          <p:cNvSpPr>
            <a:spLocks xmlns:a="http://schemas.openxmlformats.org/drawingml/2006/main" noGrp="1"/>
          </p:cNvSpPr>
          <p:nvPr/>
        </p:nvSpPr>
        <p:spPr>
          <a:xfrm xmlns:a="http://schemas.openxmlformats.org/drawingml/2006/main">
            <a:off x="6429375" y="1857375"/>
            <a:ext cx="238125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In review</a:t>
            </a:r>
          </a:p>
        </p:txBody>
      </p:sp>
      <p:sp>
        <p:nvSpPr>
          <p:cNvPr id="6" name="info">
            <a:extLst xmlns:a="http://schemas.openxmlformats.org/drawingml/2006/main">
              <a:ext uri="{FF2B5EF4-FFF2-40B4-BE49-F238E27FC236}">
                <a16:creationId xmlns:a16="http://schemas.microsoft.com/office/drawing/2014/main" id="{B1DE36F9-EDC1-46D5-9D5E-CF3940AED721}"/>
              </a:ext>
            </a:extLst>
          </p:cNvPr>
          <p:cNvSpPr>
            <a:spLocks xmlns:a="http://schemas.openxmlformats.org/drawingml/2006/main" noGrp="1"/>
          </p:cNvSpPr>
          <p:nvPr/>
        </p:nvSpPr>
        <p:spPr>
          <a:xfrm xmlns:a="http://schemas.openxmlformats.org/drawingml/2006/main">
            <a:off x="9382125" y="1857375"/>
            <a:ext cx="238125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Needs information</a:t>
            </a:r>
          </a:p>
        </p:txBody>
      </p:sp>
      <p:sp>
        <p:nvSpPr>
          <p:cNvPr id="7" name="withdraw">
            <a:extLst xmlns:a="http://schemas.openxmlformats.org/drawingml/2006/main">
              <a:ext uri="{FF2B5EF4-FFF2-40B4-BE49-F238E27FC236}">
                <a16:creationId xmlns:a16="http://schemas.microsoft.com/office/drawing/2014/main" id="{D262E824-38EE-421E-9E45-960BE2186095}"/>
              </a:ext>
            </a:extLst>
          </p:cNvPr>
          <p:cNvSpPr>
            <a:spLocks xmlns:a="http://schemas.openxmlformats.org/drawingml/2006/main" noGrp="1"/>
          </p:cNvSpPr>
          <p:nvPr/>
        </p:nvSpPr>
        <p:spPr>
          <a:xfrm xmlns:a="http://schemas.openxmlformats.org/drawingml/2006/main">
            <a:off x="523875" y="5000625"/>
            <a:ext cx="238125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Withdrawn</a:t>
            </a:r>
          </a:p>
        </p:txBody>
      </p:sp>
      <p:sp>
        <p:nvSpPr>
          <p:cNvPr id="8" name="reject">
            <a:extLst xmlns:a="http://schemas.openxmlformats.org/drawingml/2006/main">
              <a:ext uri="{FF2B5EF4-FFF2-40B4-BE49-F238E27FC236}">
                <a16:creationId xmlns:a16="http://schemas.microsoft.com/office/drawing/2014/main" id="{25399393-875D-403A-A7A8-88FCB0309623}"/>
              </a:ext>
            </a:extLst>
          </p:cNvPr>
          <p:cNvSpPr>
            <a:spLocks xmlns:a="http://schemas.openxmlformats.org/drawingml/2006/main" noGrp="1"/>
          </p:cNvSpPr>
          <p:nvPr/>
        </p:nvSpPr>
        <p:spPr>
          <a:xfrm xmlns:a="http://schemas.openxmlformats.org/drawingml/2006/main">
            <a:off x="3476625" y="5000625"/>
            <a:ext cx="238125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Rejected</a:t>
            </a:r>
          </a:p>
        </p:txBody>
      </p:sp>
      <p:sp>
        <p:nvSpPr>
          <p:cNvPr id="9" name="resolved">
            <a:extLst xmlns:a="http://schemas.openxmlformats.org/drawingml/2006/main">
              <a:ext uri="{FF2B5EF4-FFF2-40B4-BE49-F238E27FC236}">
                <a16:creationId xmlns:a16="http://schemas.microsoft.com/office/drawing/2014/main" id="{8C05F440-0B3A-42D2-BF5B-EB96E59F81BA}"/>
              </a:ext>
            </a:extLst>
          </p:cNvPr>
          <p:cNvSpPr>
            <a:spLocks xmlns:a="http://schemas.openxmlformats.org/drawingml/2006/main" noGrp="1"/>
          </p:cNvSpPr>
          <p:nvPr/>
        </p:nvSpPr>
        <p:spPr>
          <a:xfrm xmlns:a="http://schemas.openxmlformats.org/drawingml/2006/main">
            <a:off x="6429375" y="5000625"/>
            <a:ext cx="238125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Resolved</a:t>
            </a:r>
          </a:p>
        </p:txBody>
      </p:sp>
      <p:sp>
        <p:nvSpPr>
          <p:cNvPr id="10" name="approved">
            <a:extLst xmlns:a="http://schemas.openxmlformats.org/drawingml/2006/main">
              <a:ext uri="{FF2B5EF4-FFF2-40B4-BE49-F238E27FC236}">
                <a16:creationId xmlns:a16="http://schemas.microsoft.com/office/drawing/2014/main" id="{165A2228-F2D6-4273-85F4-AF4F20BC6B44}"/>
              </a:ext>
            </a:extLst>
          </p:cNvPr>
          <p:cNvSpPr>
            <a:spLocks xmlns:a="http://schemas.openxmlformats.org/drawingml/2006/main" noGrp="1"/>
          </p:cNvSpPr>
          <p:nvPr/>
        </p:nvSpPr>
        <p:spPr>
          <a:xfrm xmlns:a="http://schemas.openxmlformats.org/drawingml/2006/main">
            <a:off x="9382125" y="5000625"/>
            <a:ext cx="2381250" cy="857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Approved</a:t>
            </a:r>
          </a:p>
        </p:txBody>
      </p:sp>
      <p:sp>
        <p:nvSpPr>
          <p:cNvPr id="19" name="workflow-note">
            <a:extLst xmlns:a="http://schemas.openxmlformats.org/drawingml/2006/main">
              <a:ext uri="{FF2B5EF4-FFF2-40B4-BE49-F238E27FC236}">
                <a16:creationId xmlns:a16="http://schemas.microsoft.com/office/drawing/2014/main" id="{BE8E843E-2580-4E69-8083-A2FB776001C6}"/>
              </a:ext>
            </a:extLst>
          </p:cNvPr>
          <p:cNvSpPr>
            <a:spLocks xmlns:a="http://schemas.openxmlformats.org/drawingml/2006/main" noGrp="1"/>
          </p:cNvSpPr>
          <p:nvPr/>
        </p:nvSpPr>
        <p:spPr>
          <a:xfrm xmlns:a="http://schemas.openxmlformats.org/drawingml/2006/main">
            <a:off x="685800" y="619125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a:solidFill>
                  <a:srgbClr val="50665A"/>
                </a:solidFill>
                <a:latin typeface="DejaVu Sans"/>
                <a:ea typeface="DejaVu Sans"/>
                <a:cs typeface="DejaVu Sans"/>
              </a:defRPr>
            </a:defPPr>
            <a:lvl1pPr>
              <a:buNone/>
              <a:defRPr sz="1575">
                <a:solidFill>
                  <a:srgbClr val="50665A"/>
                </a:solidFill>
                <a:latin typeface="DejaVu Sans"/>
                <a:ea typeface="DejaVu Sans"/>
                <a:cs typeface="DejaVu Sans"/>
              </a:defRPr>
            </a:lvl1pPr>
            <a:lvl2pPr>
              <a:buNone/>
              <a:defRPr sz="1575">
                <a:solidFill>
                  <a:srgbClr val="50665A"/>
                </a:solidFill>
                <a:latin typeface="DejaVu Sans"/>
                <a:ea typeface="DejaVu Sans"/>
                <a:cs typeface="DejaVu Sans"/>
              </a:defRPr>
            </a:lvl2pPr>
            <a:lvl3pPr>
              <a:buNone/>
              <a:defRPr sz="1575">
                <a:solidFill>
                  <a:srgbClr val="50665A"/>
                </a:solidFill>
                <a:latin typeface="DejaVu Sans"/>
                <a:ea typeface="DejaVu Sans"/>
                <a:cs typeface="DejaVu Sans"/>
              </a:defRPr>
            </a:lvl3pPr>
            <a:lvl4pPr>
              <a:buNone/>
              <a:defRPr sz="1575">
                <a:solidFill>
                  <a:srgbClr val="50665A"/>
                </a:solidFill>
                <a:latin typeface="DejaVu Sans"/>
                <a:ea typeface="DejaVu Sans"/>
                <a:cs typeface="DejaVu Sans"/>
              </a:defRPr>
            </a:lvl4pPr>
            <a:lvl5pPr>
              <a:buNone/>
              <a:defRPr sz="1575">
                <a:solidFill>
                  <a:srgbClr val="50665A"/>
                </a:solidFill>
                <a:latin typeface="DejaVu Sans"/>
                <a:ea typeface="DejaVu Sans"/>
                <a:cs typeface="DejaVu Sans"/>
              </a:defRPr>
            </a:lvl5pPr>
            <a:lvl6pPr>
              <a:buNone/>
              <a:defRPr sz="1575">
                <a:solidFill>
                  <a:srgbClr val="50665A"/>
                </a:solidFill>
                <a:latin typeface="DejaVu Sans"/>
                <a:ea typeface="DejaVu Sans"/>
                <a:cs typeface="DejaVu Sans"/>
              </a:defRPr>
            </a:lvl6pPr>
            <a:lvl7pPr>
              <a:buNone/>
              <a:defRPr sz="1575">
                <a:solidFill>
                  <a:srgbClr val="50665A"/>
                </a:solidFill>
                <a:latin typeface="DejaVu Sans"/>
                <a:ea typeface="DejaVu Sans"/>
                <a:cs typeface="DejaVu Sans"/>
              </a:defRPr>
            </a:lvl7pPr>
            <a:lvl8pPr>
              <a:buNone/>
              <a:defRPr sz="1575">
                <a:solidFill>
                  <a:srgbClr val="50665A"/>
                </a:solidFill>
                <a:latin typeface="DejaVu Sans"/>
                <a:ea typeface="DejaVu Sans"/>
                <a:cs typeface="DejaVu Sans"/>
              </a:defRPr>
            </a:lvl8pPr>
            <a:lvl9pPr>
              <a:buNone/>
              <a:defRPr sz="1575">
                <a:solidFill>
                  <a:srgbClr val="50665A"/>
                </a:solidFill>
                <a:latin typeface="DejaVu Sans"/>
                <a:ea typeface="DejaVu Sans"/>
                <a:cs typeface="DejaVu Sans"/>
              </a:defRPr>
            </a:lvl9pPr>
          </a:lstStyle>
          <a:p xmlns:a="http://schemas.openxmlformats.org/drawingml/2006/main">
            <a:pPr>
              <a:buNone/>
              <a:defRPr sz="1575">
                <a:solidFill>
                  <a:srgbClr val="50665A"/>
                </a:solidFill>
                <a:latin typeface="DejaVu Sans"/>
                <a:ea typeface="DejaVu Sans"/>
                <a:cs typeface="DejaVu Sans"/>
              </a:defRPr>
            </a:pPr>
            <a:r>
              <a:rPr sz="1575">
                <a:solidFill>
                  <a:srgbClr val="50665A"/>
                </a:solidFill>
                <a:latin typeface="DejaVu Sans"/>
                <a:ea typeface="DejaVu Sans"/>
                <a:cs typeface="DejaVu Sans"/>
              </a:rPr>
              <a:t>Citizen replies return to Submitted. Resolved complaints may reopen with a fresh target.</a:t>
            </a:r>
          </a:p>
        </p:txBody>
      </p:sp>
    </p:spTree>
    <p:extLst>
      <p:ext uri="{BB962C8B-B14F-4D97-AF65-F5344CB8AC3E}">
        <p14:creationId xmlns:p14="http://schemas.microsoft.com/office/powerpoint/2010/main" val="7081002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1A235C32-D704-4657-84FE-5ABE922FF290}"/>
              </a:ext>
            </a:extLst>
          </p:cNvPr>
          <p:cNvCxnSpPr>
            <a:stCxn xmlns:a="http://schemas.openxmlformats.org/drawingml/2006/main" id="5" idx="3"/>
            <a:endCxn xmlns:a="http://schemas.openxmlformats.org/drawingml/2006/main" id="7" idx="1"/>
          </p:cNvCxnSpPr>
          <p:nvPr/>
        </p:nvCxnSpPr>
        <p:spPr>
          <a:xfrm xmlns:a="http://schemas.openxmlformats.org/drawingml/2006/main" flipV="1">
            <a:off x="6477000" y="3905250"/>
            <a:ext cx="1381125" cy="523875"/>
          </a:xfrm>
          <a:prstGeom xmlns:a="http://schemas.openxmlformats.org/drawingml/2006/main" prst="bentConnector3">
            <a:avLst>
              <a:gd name="adj1" fmla="val 50000"/>
            </a:avLst>
          </a:prstGeom>
          <a:ln xmlns:a="http://schemas.openxmlformats.org/drawingml/2006/main" w="19050">
            <a:solidFill>
              <a:srgbClr val="62796B"/>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D2E55944-EF81-4691-9C74-CBA3FDD3EE8B}"/>
              </a:ext>
            </a:extLst>
          </p:cNvPr>
          <p:cNvCxnSpPr>
            <a:stCxn xmlns:a="http://schemas.openxmlformats.org/drawingml/2006/main" id="4" idx="3"/>
            <a:endCxn xmlns:a="http://schemas.openxmlformats.org/drawingml/2006/main" id="7" idx="1"/>
          </p:cNvCxnSpPr>
          <p:nvPr/>
        </p:nvCxnSpPr>
        <p:spPr>
          <a:xfrm xmlns:a="http://schemas.openxmlformats.org/drawingml/2006/main">
            <a:off x="6477000" y="3286125"/>
            <a:ext cx="1381125" cy="619125"/>
          </a:xfrm>
          <a:prstGeom xmlns:a="http://schemas.openxmlformats.org/drawingml/2006/main" prst="bentConnector3">
            <a:avLst>
              <a:gd name="adj1" fmla="val 50000"/>
            </a:avLst>
          </a:prstGeom>
          <a:ln xmlns:a="http://schemas.openxmlformats.org/drawingml/2006/main" w="19050">
            <a:solidFill>
              <a:srgbClr val="62796B"/>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22C97C0E-A571-4624-834F-BBF7A8813E5F}"/>
              </a:ext>
            </a:extLst>
          </p:cNvPr>
          <p:cNvCxnSpPr>
            <a:stCxn xmlns:a="http://schemas.openxmlformats.org/drawingml/2006/main" id="5" idx="2"/>
            <a:endCxn xmlns:a="http://schemas.openxmlformats.org/drawingml/2006/main" id="6" idx="0"/>
          </p:cNvCxnSpPr>
          <p:nvPr/>
        </p:nvCxnSpPr>
        <p:spPr>
          <a:xfrm xmlns:a="http://schemas.openxmlformats.org/drawingml/2006/main">
            <a:off x="3667125" y="4810125"/>
            <a:ext cx="0" cy="38100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01073B69-4286-442E-A839-3E1275BD482D}"/>
              </a:ext>
            </a:extLst>
          </p:cNvPr>
          <p:cNvCxnSpPr>
            <a:stCxn xmlns:a="http://schemas.openxmlformats.org/drawingml/2006/main" id="4" idx="2"/>
            <a:endCxn xmlns:a="http://schemas.openxmlformats.org/drawingml/2006/main" id="5" idx="0"/>
          </p:cNvCxnSpPr>
          <p:nvPr/>
        </p:nvCxnSpPr>
        <p:spPr>
          <a:xfrm xmlns:a="http://schemas.openxmlformats.org/drawingml/2006/main">
            <a:off x="3667125" y="3667125"/>
            <a:ext cx="0" cy="38100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6B7D18E3-C75B-44B5-96EB-8483FE25F06F}"/>
              </a:ext>
            </a:extLst>
          </p:cNvPr>
          <p:cNvCxnSpPr>
            <a:stCxn xmlns:a="http://schemas.openxmlformats.org/drawingml/2006/main" id="3" idx="2"/>
            <a:endCxn xmlns:a="http://schemas.openxmlformats.org/drawingml/2006/main" id="4" idx="0"/>
          </p:cNvCxnSpPr>
          <p:nvPr/>
        </p:nvCxnSpPr>
        <p:spPr>
          <a:xfrm xmlns:a="http://schemas.openxmlformats.org/drawingml/2006/main">
            <a:off x="3667125" y="2524125"/>
            <a:ext cx="0" cy="381000"/>
          </a:xfrm>
          <a:prstGeom xmlns:a="http://schemas.openxmlformats.org/drawingml/2006/main" prst="straightConnector1">
            <a:avLst/>
          </a:prstGeom>
          <a:ln xmlns:a="http://schemas.openxmlformats.org/drawingml/2006/main" w="19050">
            <a:solidFill>
              <a:srgbClr val="62796B"/>
            </a:solidFill>
            <a:prstDash val="solid"/>
            <a:tailEnd type="arrow" w="med" len="med"/>
          </a:ln>
        </p:spPr>
      </p:cxnSp>
      <p:sp>
        <p:nvSpPr>
          <p:cNvPr id="13" name="title">
            <a:extLst xmlns:a="http://schemas.openxmlformats.org/drawingml/2006/main">
              <a:ext uri="{FF2B5EF4-FFF2-40B4-BE49-F238E27FC236}">
                <a16:creationId xmlns:a16="http://schemas.microsoft.com/office/drawing/2014/main" id="{E3CFBDA3-B555-491C-8774-0B9EAF681BA7}"/>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Permission and record access checks</a:t>
            </a:r>
          </a:p>
        </p:txBody>
      </p:sp>
      <p:sp>
        <p:nvSpPr>
          <p:cNvPr id="2" name="page">
            <a:extLst xmlns:a="http://schemas.openxmlformats.org/drawingml/2006/main">
              <a:ext uri="{FF2B5EF4-FFF2-40B4-BE49-F238E27FC236}">
                <a16:creationId xmlns:a16="http://schemas.microsoft.com/office/drawing/2014/main" id="{B4794D7E-5969-41AF-9B3B-7A851A47EF08}"/>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11</a:t>
            </a:r>
          </a:p>
        </p:txBody>
      </p:sp>
      <p:sp>
        <p:nvSpPr>
          <p:cNvPr id="3" name="session">
            <a:extLst xmlns:a="http://schemas.openxmlformats.org/drawingml/2006/main">
              <a:ext uri="{FF2B5EF4-FFF2-40B4-BE49-F238E27FC236}">
                <a16:creationId xmlns:a16="http://schemas.microsoft.com/office/drawing/2014/main" id="{D7E9B899-B021-4948-9066-DA7A9920C9FC}"/>
              </a:ext>
            </a:extLst>
          </p:cNvPr>
          <p:cNvSpPr>
            <a:spLocks xmlns:a="http://schemas.openxmlformats.org/drawingml/2006/main" noGrp="1"/>
          </p:cNvSpPr>
          <p:nvPr/>
        </p:nvSpPr>
        <p:spPr>
          <a:xfrm xmlns:a="http://schemas.openxmlformats.org/drawingml/2006/main">
            <a:off x="857250" y="1762125"/>
            <a:ext cx="5619750" cy="7620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Active session and account</a:t>
            </a:r>
          </a:p>
        </p:txBody>
      </p:sp>
      <p:sp>
        <p:nvSpPr>
          <p:cNvPr id="4" name="permission">
            <a:extLst xmlns:a="http://schemas.openxmlformats.org/drawingml/2006/main">
              <a:ext uri="{FF2B5EF4-FFF2-40B4-BE49-F238E27FC236}">
                <a16:creationId xmlns:a16="http://schemas.microsoft.com/office/drawing/2014/main" id="{C6775688-0B7F-4F85-B43B-B144C4E5B21E}"/>
              </a:ext>
            </a:extLst>
          </p:cNvPr>
          <p:cNvSpPr>
            <a:spLocks xmlns:a="http://schemas.openxmlformats.org/drawingml/2006/main" noGrp="1"/>
          </p:cNvSpPr>
          <p:nvPr/>
        </p:nvSpPr>
        <p:spPr>
          <a:xfrm xmlns:a="http://schemas.openxmlformats.org/drawingml/2006/main">
            <a:off x="857250" y="2905125"/>
            <a:ext cx="5619750" cy="7620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Required action permission</a:t>
            </a:r>
          </a:p>
        </p:txBody>
      </p:sp>
      <p:sp>
        <p:nvSpPr>
          <p:cNvPr id="5" name="scope">
            <a:extLst xmlns:a="http://schemas.openxmlformats.org/drawingml/2006/main">
              <a:ext uri="{FF2B5EF4-FFF2-40B4-BE49-F238E27FC236}">
                <a16:creationId xmlns:a16="http://schemas.microsoft.com/office/drawing/2014/main" id="{7CAB16A2-2240-4A16-9AAC-DF6119BD14C4}"/>
              </a:ext>
            </a:extLst>
          </p:cNvPr>
          <p:cNvSpPr>
            <a:spLocks xmlns:a="http://schemas.openxmlformats.org/drawingml/2006/main" noGrp="1"/>
          </p:cNvSpPr>
          <p:nvPr/>
        </p:nvSpPr>
        <p:spPr>
          <a:xfrm xmlns:a="http://schemas.openxmlformats.org/drawingml/2006/main">
            <a:off x="857250" y="4048125"/>
            <a:ext cx="5619750" cy="7620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Own department or organisation scope</a:t>
            </a:r>
          </a:p>
        </p:txBody>
      </p:sp>
      <p:sp>
        <p:nvSpPr>
          <p:cNvPr id="6" name="document">
            <a:extLst xmlns:a="http://schemas.openxmlformats.org/drawingml/2006/main">
              <a:ext uri="{FF2B5EF4-FFF2-40B4-BE49-F238E27FC236}">
                <a16:creationId xmlns:a16="http://schemas.microsoft.com/office/drawing/2014/main" id="{912754E0-44C8-4334-8E1D-6C9C866ECBE7}"/>
              </a:ext>
            </a:extLst>
          </p:cNvPr>
          <p:cNvSpPr>
            <a:spLocks xmlns:a="http://schemas.openxmlformats.org/drawingml/2006/main" noGrp="1"/>
          </p:cNvSpPr>
          <p:nvPr/>
        </p:nvSpPr>
        <p:spPr>
          <a:xfrm xmlns:a="http://schemas.openxmlformats.org/drawingml/2006/main">
            <a:off x="857250" y="5191125"/>
            <a:ext cx="5619750" cy="76200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Document and internal visibility rights</a:t>
            </a:r>
          </a:p>
        </p:txBody>
      </p:sp>
      <p:sp>
        <p:nvSpPr>
          <p:cNvPr id="7" name="refuse">
            <a:extLst xmlns:a="http://schemas.openxmlformats.org/drawingml/2006/main">
              <a:ext uri="{FF2B5EF4-FFF2-40B4-BE49-F238E27FC236}">
                <a16:creationId xmlns:a16="http://schemas.microsoft.com/office/drawing/2014/main" id="{5DA28640-16FC-419C-B05D-4739DEDE1241}"/>
              </a:ext>
            </a:extLst>
          </p:cNvPr>
          <p:cNvSpPr>
            <a:spLocks xmlns:a="http://schemas.openxmlformats.org/drawingml/2006/main" noGrp="1"/>
          </p:cNvSpPr>
          <p:nvPr/>
        </p:nvSpPr>
        <p:spPr>
          <a:xfrm xmlns:a="http://schemas.openxmlformats.org/drawingml/2006/main">
            <a:off x="7858125" y="3286125"/>
            <a:ext cx="3476625" cy="1238250"/>
          </a:xfrm>
          <a:prstGeom xmlns:a="http://schemas.openxmlformats.org/drawingml/2006/main" prst="rect">
            <a:avLst/>
          </a:prstGeom>
          <a:solidFill xmlns:a="http://schemas.openxmlformats.org/drawingml/2006/main">
            <a:srgbClr val="EAF1ED"/>
          </a:solidFill>
          <a:ln xmlns:a="http://schemas.openxmlformats.org/drawingml/2006/main" w="15240">
            <a:solidFill>
              <a:srgbClr val="075E45"/>
            </a:solidFill>
            <a:prstDash val="solid"/>
          </a:ln>
        </p:spPr>
        <p:txBody>
          <a:bodyPr xmlns:a="http://schemas.openxmlformats.org/drawingml/2006/main" lIns="76200" tIns="76200" rIns="76200" bIns="76200" anchor="ctr">
            <a:noAutofit/>
          </a:bodyPr>
          <a:lstStyle xmlns:a="http://schemas.openxmlformats.org/drawingml/2006/main">
            <a:defPPr algn="ctr">
              <a:defRPr sz="1800" b="0">
                <a:solidFill>
                  <a:srgbClr val="172E25"/>
                </a:solidFill>
                <a:latin typeface="DejaVu Sans"/>
                <a:ea typeface="DejaVu Sans"/>
                <a:cs typeface="DejaVu Sans"/>
              </a:defRPr>
            </a:defPPr>
            <a:lvl1pPr algn="ctr">
              <a:buNone/>
              <a:defRPr sz="1800" b="0">
                <a:solidFill>
                  <a:srgbClr val="172E25"/>
                </a:solidFill>
                <a:latin typeface="DejaVu Sans"/>
                <a:ea typeface="DejaVu Sans"/>
                <a:cs typeface="DejaVu Sans"/>
              </a:defRPr>
            </a:lvl1pPr>
            <a:lvl2pPr algn="ctr">
              <a:buNone/>
              <a:defRPr sz="1800" b="0">
                <a:solidFill>
                  <a:srgbClr val="172E25"/>
                </a:solidFill>
                <a:latin typeface="DejaVu Sans"/>
                <a:ea typeface="DejaVu Sans"/>
                <a:cs typeface="DejaVu Sans"/>
              </a:defRPr>
            </a:lvl2pPr>
            <a:lvl3pPr algn="ctr">
              <a:buNone/>
              <a:defRPr sz="1800" b="0">
                <a:solidFill>
                  <a:srgbClr val="172E25"/>
                </a:solidFill>
                <a:latin typeface="DejaVu Sans"/>
                <a:ea typeface="DejaVu Sans"/>
                <a:cs typeface="DejaVu Sans"/>
              </a:defRPr>
            </a:lvl3pPr>
            <a:lvl4pPr algn="ctr">
              <a:buNone/>
              <a:defRPr sz="1800" b="0">
                <a:solidFill>
                  <a:srgbClr val="172E25"/>
                </a:solidFill>
                <a:latin typeface="DejaVu Sans"/>
                <a:ea typeface="DejaVu Sans"/>
                <a:cs typeface="DejaVu Sans"/>
              </a:defRPr>
            </a:lvl4pPr>
            <a:lvl5pPr algn="ctr">
              <a:buNone/>
              <a:defRPr sz="1800" b="0">
                <a:solidFill>
                  <a:srgbClr val="172E25"/>
                </a:solidFill>
                <a:latin typeface="DejaVu Sans"/>
                <a:ea typeface="DejaVu Sans"/>
                <a:cs typeface="DejaVu Sans"/>
              </a:defRPr>
            </a:lvl5pPr>
            <a:lvl6pPr algn="ctr">
              <a:buNone/>
              <a:defRPr sz="1800" b="0">
                <a:solidFill>
                  <a:srgbClr val="172E25"/>
                </a:solidFill>
                <a:latin typeface="DejaVu Sans"/>
                <a:ea typeface="DejaVu Sans"/>
                <a:cs typeface="DejaVu Sans"/>
              </a:defRPr>
            </a:lvl6pPr>
            <a:lvl7pPr algn="ctr">
              <a:buNone/>
              <a:defRPr sz="1800" b="0">
                <a:solidFill>
                  <a:srgbClr val="172E25"/>
                </a:solidFill>
                <a:latin typeface="DejaVu Sans"/>
                <a:ea typeface="DejaVu Sans"/>
                <a:cs typeface="DejaVu Sans"/>
              </a:defRPr>
            </a:lvl7pPr>
            <a:lvl8pPr algn="ctr">
              <a:buNone/>
              <a:defRPr sz="1800" b="0">
                <a:solidFill>
                  <a:srgbClr val="172E25"/>
                </a:solidFill>
                <a:latin typeface="DejaVu Sans"/>
                <a:ea typeface="DejaVu Sans"/>
                <a:cs typeface="DejaVu Sans"/>
              </a:defRPr>
            </a:lvl8pPr>
            <a:lvl9pPr algn="ctr">
              <a:buNone/>
              <a:defRPr sz="1800" b="0">
                <a:solidFill>
                  <a:srgbClr val="172E25"/>
                </a:solidFill>
                <a:latin typeface="DejaVu Sans"/>
                <a:ea typeface="DejaVu Sans"/>
                <a:cs typeface="DejaVu Sans"/>
              </a:defRPr>
            </a:lvl9pPr>
          </a:lstStyle>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Refuse unauthorised access</a:t>
            </a:r>
          </a:p>
          <a:p xmlns:a="http://schemas.openxmlformats.org/drawingml/2006/main">
            <a:pPr algn="ctr">
              <a:buNone/>
              <a:defRPr sz="1800" b="0">
                <a:solidFill>
                  <a:srgbClr val="172E25"/>
                </a:solidFill>
                <a:latin typeface="DejaVu Sans"/>
                <a:ea typeface="DejaVu Sans"/>
                <a:cs typeface="DejaVu Sans"/>
              </a:defRPr>
            </a:pPr>
            <a:r>
              <a:rPr sz="1800" b="0">
                <a:solidFill>
                  <a:srgbClr val="172E25"/>
                </a:solidFill>
                <a:latin typeface="DejaVu Sans"/>
                <a:ea typeface="DejaVu Sans"/>
                <a:cs typeface="DejaVu Sans"/>
              </a:rPr>
              <a:t>Sign in or return 403 or 404</a:t>
            </a:r>
          </a:p>
        </p:txBody>
      </p:sp>
    </p:spTree>
    <p:extLst>
      <p:ext uri="{BB962C8B-B14F-4D97-AF65-F5344CB8AC3E}">
        <p14:creationId xmlns:p14="http://schemas.microsoft.com/office/powerpoint/2010/main" val="5819166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5BC1AE9D-1E1E-4B6C-9DF1-906CB68C08FE}"/>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Account and document protection</a:t>
            </a:r>
          </a:p>
        </p:txBody>
      </p:sp>
      <p:sp>
        <p:nvSpPr>
          <p:cNvPr id="2" name="page">
            <a:extLst xmlns:a="http://schemas.openxmlformats.org/drawingml/2006/main">
              <a:ext uri="{FF2B5EF4-FFF2-40B4-BE49-F238E27FC236}">
                <a16:creationId xmlns:a16="http://schemas.microsoft.com/office/drawing/2014/main" id="{9D65EED5-C1F9-4A2C-BDA7-9463432397A2}"/>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12</a:t>
            </a:r>
          </a:p>
        </p:txBody>
      </p:sp>
      <p:sp>
        <p:nvSpPr>
          <p:cNvPr id="3" name="item-heading-0">
            <a:extLst xmlns:a="http://schemas.openxmlformats.org/drawingml/2006/main">
              <a:ext uri="{FF2B5EF4-FFF2-40B4-BE49-F238E27FC236}">
                <a16:creationId xmlns:a16="http://schemas.microsoft.com/office/drawing/2014/main" id="{0B3E1C11-88E0-4884-9D40-BCAAFFDD611B}"/>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Account protection</a:t>
            </a:r>
          </a:p>
        </p:txBody>
      </p:sp>
      <p:sp>
        <p:nvSpPr>
          <p:cNvPr id="4" name="item-body-0">
            <a:extLst xmlns:a="http://schemas.openxmlformats.org/drawingml/2006/main">
              <a:ext uri="{FF2B5EF4-FFF2-40B4-BE49-F238E27FC236}">
                <a16:creationId xmlns:a16="http://schemas.microsoft.com/office/drawing/2014/main" id="{BFE102A0-FB1B-42B5-93E6-CBE73F82F4C6}"/>
              </a:ext>
            </a:extLst>
          </p:cNvPr>
          <p:cNvSpPr>
            <a:spLocks xmlns:a="http://schemas.openxmlformats.org/drawingml/2006/main" noGrp="1"/>
          </p:cNvSpPr>
          <p:nvPr/>
        </p:nvSpPr>
        <p:spPr>
          <a:xfrm xmlns:a="http://schemas.openxmlformats.org/drawingml/2006/main">
            <a:off x="685800" y="2152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Password hashing, single-use tokens, authenticator MFA and device revocation.</a:t>
            </a:r>
          </a:p>
        </p:txBody>
      </p:sp>
      <p:sp>
        <p:nvSpPr>
          <p:cNvPr id="5" name="item-heading-1">
            <a:extLst xmlns:a="http://schemas.openxmlformats.org/drawingml/2006/main">
              <a:ext uri="{FF2B5EF4-FFF2-40B4-BE49-F238E27FC236}">
                <a16:creationId xmlns:a16="http://schemas.microsoft.com/office/drawing/2014/main" id="{1E335F07-C93D-4B82-86B2-373F8E190FCD}"/>
              </a:ext>
            </a:extLst>
          </p:cNvPr>
          <p:cNvSpPr>
            <a:spLocks xmlns:a="http://schemas.openxmlformats.org/drawingml/2006/main" noGrp="1"/>
          </p:cNvSpPr>
          <p:nvPr/>
        </p:nvSpPr>
        <p:spPr>
          <a:xfrm xmlns:a="http://schemas.openxmlformats.org/drawingml/2006/main">
            <a:off x="685800" y="2828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Private evidence</a:t>
            </a:r>
          </a:p>
        </p:txBody>
      </p:sp>
      <p:sp>
        <p:nvSpPr>
          <p:cNvPr id="6" name="item-body-1">
            <a:extLst xmlns:a="http://schemas.openxmlformats.org/drawingml/2006/main">
              <a:ext uri="{FF2B5EF4-FFF2-40B4-BE49-F238E27FC236}">
                <a16:creationId xmlns:a16="http://schemas.microsoft.com/office/drawing/2014/main" id="{51C52CAC-12F5-4967-8AB0-65C8BB6B1DDE}"/>
              </a:ext>
            </a:extLst>
          </p:cNvPr>
          <p:cNvSpPr>
            <a:spLocks xmlns:a="http://schemas.openxmlformats.org/drawingml/2006/main" noGrp="1"/>
          </p:cNvSpPr>
          <p:nvPr/>
        </p:nvSpPr>
        <p:spPr>
          <a:xfrm xmlns:a="http://schemas.openxmlformats.org/drawingml/2006/main">
            <a:off x="685800" y="3219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MIME and size checks, random stored names, scope and internal-note visibility.</a:t>
            </a:r>
          </a:p>
        </p:txBody>
      </p:sp>
      <p:sp>
        <p:nvSpPr>
          <p:cNvPr id="7" name="item-heading-2">
            <a:extLst xmlns:a="http://schemas.openxmlformats.org/drawingml/2006/main">
              <a:ext uri="{FF2B5EF4-FFF2-40B4-BE49-F238E27FC236}">
                <a16:creationId xmlns:a16="http://schemas.microsoft.com/office/drawing/2014/main" id="{E660F4B9-0C83-4A4E-8396-12C8C2BE1416}"/>
              </a:ext>
            </a:extLst>
          </p:cNvPr>
          <p:cNvSpPr>
            <a:spLocks xmlns:a="http://schemas.openxmlformats.org/drawingml/2006/main" noGrp="1"/>
          </p:cNvSpPr>
          <p:nvPr/>
        </p:nvSpPr>
        <p:spPr>
          <a:xfrm xmlns:a="http://schemas.openxmlformats.org/drawingml/2006/main">
            <a:off x="685800" y="38957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Controlled updates</a:t>
            </a:r>
          </a:p>
        </p:txBody>
      </p:sp>
      <p:sp>
        <p:nvSpPr>
          <p:cNvPr id="8" name="item-body-2">
            <a:extLst xmlns:a="http://schemas.openxmlformats.org/drawingml/2006/main">
              <a:ext uri="{FF2B5EF4-FFF2-40B4-BE49-F238E27FC236}">
                <a16:creationId xmlns:a16="http://schemas.microsoft.com/office/drawing/2014/main" id="{80D68E69-5EEE-424A-9976-232ACD277172}"/>
              </a:ext>
            </a:extLst>
          </p:cNvPr>
          <p:cNvSpPr>
            <a:spLocks xmlns:a="http://schemas.openxmlformats.org/drawingml/2006/main" noGrp="1"/>
          </p:cNvSpPr>
          <p:nvPr/>
        </p:nvSpPr>
        <p:spPr>
          <a:xfrm xmlns:a="http://schemas.openxmlformats.org/drawingml/2006/main">
            <a:off x="685800" y="42862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CSRF validation, prepared database calls, transactions and version checks.</a:t>
            </a:r>
          </a:p>
        </p:txBody>
      </p:sp>
      <p:sp>
        <p:nvSpPr>
          <p:cNvPr id="9" name="item-heading-3">
            <a:extLst xmlns:a="http://schemas.openxmlformats.org/drawingml/2006/main">
              <a:ext uri="{FF2B5EF4-FFF2-40B4-BE49-F238E27FC236}">
                <a16:creationId xmlns:a16="http://schemas.microsoft.com/office/drawing/2014/main" id="{9758C0D5-AD73-461B-9F81-AFA4FD9A2910}"/>
              </a:ext>
            </a:extLst>
          </p:cNvPr>
          <p:cNvSpPr>
            <a:spLocks xmlns:a="http://schemas.openxmlformats.org/drawingml/2006/main" noGrp="1"/>
          </p:cNvSpPr>
          <p:nvPr/>
        </p:nvSpPr>
        <p:spPr>
          <a:xfrm xmlns:a="http://schemas.openxmlformats.org/drawingml/2006/main">
            <a:off x="685800" y="49625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Output safety</a:t>
            </a:r>
          </a:p>
        </p:txBody>
      </p:sp>
      <p:sp>
        <p:nvSpPr>
          <p:cNvPr id="10" name="item-body-3">
            <a:extLst xmlns:a="http://schemas.openxmlformats.org/drawingml/2006/main">
              <a:ext uri="{FF2B5EF4-FFF2-40B4-BE49-F238E27FC236}">
                <a16:creationId xmlns:a16="http://schemas.microsoft.com/office/drawing/2014/main" id="{A841C1F6-5CEB-4314-B947-8FBF28C9C842}"/>
              </a:ext>
            </a:extLst>
          </p:cNvPr>
          <p:cNvSpPr>
            <a:spLocks xmlns:a="http://schemas.openxmlformats.org/drawingml/2006/main" noGrp="1"/>
          </p:cNvSpPr>
          <p:nvPr/>
        </p:nvSpPr>
        <p:spPr>
          <a:xfrm xmlns:a="http://schemas.openxmlformats.org/drawingml/2006/main">
            <a:off x="685800" y="535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Escaped citizen text, sanitised email HTML and protected CSV values.</a:t>
            </a:r>
          </a:p>
        </p:txBody>
      </p:sp>
    </p:spTree>
    <p:extLst>
      <p:ext uri="{BB962C8B-B14F-4D97-AF65-F5344CB8AC3E}">
        <p14:creationId xmlns:p14="http://schemas.microsoft.com/office/powerpoint/2010/main" val="20489535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D1D7720-A6C8-4964-8971-058C4B308B83}"/>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Notifications and citizen assistance</a:t>
            </a:r>
          </a:p>
        </p:txBody>
      </p:sp>
      <p:sp>
        <p:nvSpPr>
          <p:cNvPr id="2" name="page">
            <a:extLst xmlns:a="http://schemas.openxmlformats.org/drawingml/2006/main">
              <a:ext uri="{FF2B5EF4-FFF2-40B4-BE49-F238E27FC236}">
                <a16:creationId xmlns:a16="http://schemas.microsoft.com/office/drawing/2014/main" id="{7E68D1D7-44E2-455F-B580-2B28C2158380}"/>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13</a:t>
            </a:r>
          </a:p>
        </p:txBody>
      </p:sp>
      <p:sp>
        <p:nvSpPr>
          <p:cNvPr id="3" name="item-heading-0">
            <a:extLst xmlns:a="http://schemas.openxmlformats.org/drawingml/2006/main">
              <a:ext uri="{FF2B5EF4-FFF2-40B4-BE49-F238E27FC236}">
                <a16:creationId xmlns:a16="http://schemas.microsoft.com/office/drawing/2014/main" id="{C9D9930C-EA1A-4FF5-8A6E-978DA4A4B82A}"/>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Durable communication record</a:t>
            </a:r>
          </a:p>
        </p:txBody>
      </p:sp>
      <p:sp>
        <p:nvSpPr>
          <p:cNvPr id="4" name="item-body-0">
            <a:extLst xmlns:a="http://schemas.openxmlformats.org/drawingml/2006/main">
              <a:ext uri="{FF2B5EF4-FFF2-40B4-BE49-F238E27FC236}">
                <a16:creationId xmlns:a16="http://schemas.microsoft.com/office/drawing/2014/main" id="{1BC5B47A-818A-478B-BC6B-BB961DEFB0DA}"/>
              </a:ext>
            </a:extLst>
          </p:cNvPr>
          <p:cNvSpPr>
            <a:spLocks xmlns:a="http://schemas.openxmlformats.org/drawingml/2006/main" noGrp="1"/>
          </p:cNvSpPr>
          <p:nvPr/>
        </p:nvSpPr>
        <p:spPr>
          <a:xfrm xmlns:a="http://schemas.openxmlformats.org/drawingml/2006/main">
            <a:off x="685800" y="2152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In-app notices and an outbox retain the update and delivery state.</a:t>
            </a:r>
          </a:p>
        </p:txBody>
      </p:sp>
      <p:sp>
        <p:nvSpPr>
          <p:cNvPr id="5" name="item-heading-1">
            <a:extLst xmlns:a="http://schemas.openxmlformats.org/drawingml/2006/main">
              <a:ext uri="{FF2B5EF4-FFF2-40B4-BE49-F238E27FC236}">
                <a16:creationId xmlns:a16="http://schemas.microsoft.com/office/drawing/2014/main" id="{5C0A4CCC-6BF4-43FF-A8D1-241184835AD4}"/>
              </a:ext>
            </a:extLst>
          </p:cNvPr>
          <p:cNvSpPr>
            <a:spLocks xmlns:a="http://schemas.openxmlformats.org/drawingml/2006/main" noGrp="1"/>
          </p:cNvSpPr>
          <p:nvPr/>
        </p:nvSpPr>
        <p:spPr>
          <a:xfrm xmlns:a="http://schemas.openxmlformats.org/drawingml/2006/main">
            <a:off x="685800" y="2828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Failure handling</a:t>
            </a:r>
          </a:p>
        </p:txBody>
      </p:sp>
      <p:sp>
        <p:nvSpPr>
          <p:cNvPr id="6" name="item-body-1">
            <a:extLst xmlns:a="http://schemas.openxmlformats.org/drawingml/2006/main">
              <a:ext uri="{FF2B5EF4-FFF2-40B4-BE49-F238E27FC236}">
                <a16:creationId xmlns:a16="http://schemas.microsoft.com/office/drawing/2014/main" id="{CD752BEF-954D-425C-B093-69536C136CFB}"/>
              </a:ext>
            </a:extLst>
          </p:cNvPr>
          <p:cNvSpPr>
            <a:spLocks xmlns:a="http://schemas.openxmlformats.org/drawingml/2006/main" noGrp="1"/>
          </p:cNvSpPr>
          <p:nvPr/>
        </p:nvSpPr>
        <p:spPr>
          <a:xfrm xmlns:a="http://schemas.openxmlformats.org/drawingml/2006/main">
            <a:off x="685800" y="3219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Disabled channels stay held. Failed attempts use backoff and stop after five.</a:t>
            </a:r>
          </a:p>
        </p:txBody>
      </p:sp>
      <p:sp>
        <p:nvSpPr>
          <p:cNvPr id="7" name="item-heading-2">
            <a:extLst xmlns:a="http://schemas.openxmlformats.org/drawingml/2006/main">
              <a:ext uri="{FF2B5EF4-FFF2-40B4-BE49-F238E27FC236}">
                <a16:creationId xmlns:a16="http://schemas.microsoft.com/office/drawing/2014/main" id="{A3F0AE45-C14A-46B1-B6D5-804472D994BF}"/>
              </a:ext>
            </a:extLst>
          </p:cNvPr>
          <p:cNvSpPr>
            <a:spLocks xmlns:a="http://schemas.openxmlformats.org/drawingml/2006/main" noGrp="1"/>
          </p:cNvSpPr>
          <p:nvPr/>
        </p:nvSpPr>
        <p:spPr>
          <a:xfrm xmlns:a="http://schemas.openxmlformats.org/drawingml/2006/main">
            <a:off x="685800" y="38957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Operator configured connections</a:t>
            </a:r>
          </a:p>
        </p:txBody>
      </p:sp>
      <p:sp>
        <p:nvSpPr>
          <p:cNvPr id="8" name="item-body-2">
            <a:extLst xmlns:a="http://schemas.openxmlformats.org/drawingml/2006/main">
              <a:ext uri="{FF2B5EF4-FFF2-40B4-BE49-F238E27FC236}">
                <a16:creationId xmlns:a16="http://schemas.microsoft.com/office/drawing/2014/main" id="{370E7BD8-3B2A-46A3-91E3-C6F589CA126E}"/>
              </a:ext>
            </a:extLst>
          </p:cNvPr>
          <p:cNvSpPr>
            <a:spLocks xmlns:a="http://schemas.openxmlformats.org/drawingml/2006/main" noGrp="1"/>
          </p:cNvSpPr>
          <p:nvPr/>
        </p:nvSpPr>
        <p:spPr>
          <a:xfrm xmlns:a="http://schemas.openxmlformats.org/drawingml/2006/main">
            <a:off x="685800" y="42862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SMTP email and Termii SMS require the organisation’s own accounts.</a:t>
            </a:r>
          </a:p>
        </p:txBody>
      </p:sp>
      <p:sp>
        <p:nvSpPr>
          <p:cNvPr id="9" name="item-heading-3">
            <a:extLst xmlns:a="http://schemas.openxmlformats.org/drawingml/2006/main">
              <a:ext uri="{FF2B5EF4-FFF2-40B4-BE49-F238E27FC236}">
                <a16:creationId xmlns:a16="http://schemas.microsoft.com/office/drawing/2014/main" id="{A2EC7203-3321-4BB8-97DA-90ED7E012409}"/>
              </a:ext>
            </a:extLst>
          </p:cNvPr>
          <p:cNvSpPr>
            <a:spLocks xmlns:a="http://schemas.openxmlformats.org/drawingml/2006/main" noGrp="1"/>
          </p:cNvSpPr>
          <p:nvPr/>
        </p:nvSpPr>
        <p:spPr>
          <a:xfrm xmlns:a="http://schemas.openxmlformats.org/drawingml/2006/main">
            <a:off x="685800" y="49625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Service guidance</a:t>
            </a:r>
          </a:p>
        </p:txBody>
      </p:sp>
      <p:sp>
        <p:nvSpPr>
          <p:cNvPr id="10" name="item-body-3">
            <a:extLst xmlns:a="http://schemas.openxmlformats.org/drawingml/2006/main">
              <a:ext uri="{FF2B5EF4-FFF2-40B4-BE49-F238E27FC236}">
                <a16:creationId xmlns:a16="http://schemas.microsoft.com/office/drawing/2014/main" id="{EDBCA04D-BE3C-4C09-BE76-628204AC614A}"/>
              </a:ext>
            </a:extLst>
          </p:cNvPr>
          <p:cNvSpPr>
            <a:spLocks xmlns:a="http://schemas.openxmlformats.org/drawingml/2006/main" noGrp="1"/>
          </p:cNvSpPr>
          <p:nvPr/>
        </p:nvSpPr>
        <p:spPr>
          <a:xfrm xmlns:a="http://schemas.openxmlformats.org/drawingml/2006/main">
            <a:off x="685800" y="535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Local FAQs remain available. Optional AI has no private-case or decision tools.</a:t>
            </a:r>
          </a:p>
        </p:txBody>
      </p:sp>
    </p:spTree>
    <p:extLst>
      <p:ext uri="{BB962C8B-B14F-4D97-AF65-F5344CB8AC3E}">
        <p14:creationId xmlns:p14="http://schemas.microsoft.com/office/powerpoint/2010/main" val="17365981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33FB1426-DD0D-4DB0-A3C1-ECC4F05577C2}"/>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Recorded test results</a:t>
            </a:r>
          </a:p>
        </p:txBody>
      </p:sp>
      <p:sp>
        <p:nvSpPr>
          <p:cNvPr id="2" name="page">
            <a:extLst xmlns:a="http://schemas.openxmlformats.org/drawingml/2006/main">
              <a:ext uri="{FF2B5EF4-FFF2-40B4-BE49-F238E27FC236}">
                <a16:creationId xmlns:a16="http://schemas.microsoft.com/office/drawing/2014/main" id="{3A83D31A-8EBC-4258-8C22-FF5C801C61D9}"/>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14</a:t>
            </a:r>
          </a:p>
        </p:txBody>
      </p:sp>
      <p:sp>
        <p:nvSpPr>
          <p:cNvPr id="3" name="total">
            <a:extLst xmlns:a="http://schemas.openxmlformats.org/drawingml/2006/main">
              <a:ext uri="{FF2B5EF4-FFF2-40B4-BE49-F238E27FC236}">
                <a16:creationId xmlns:a16="http://schemas.microsoft.com/office/drawing/2014/main" id="{559D41F5-DCB3-4083-BB40-1B8405CBE88A}"/>
              </a:ext>
            </a:extLst>
          </p:cNvPr>
          <p:cNvSpPr>
            <a:spLocks xmlns:a="http://schemas.openxmlformats.org/drawingml/2006/main" noGrp="1"/>
          </p:cNvSpPr>
          <p:nvPr/>
        </p:nvSpPr>
        <p:spPr>
          <a:xfrm xmlns:a="http://schemas.openxmlformats.org/drawingml/2006/main">
            <a:off x="704850" y="1905000"/>
            <a:ext cx="342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700" b="1">
                <a:solidFill>
                  <a:srgbClr val="075E45"/>
                </a:solidFill>
                <a:latin typeface="DejaVu Sans"/>
                <a:ea typeface="DejaVu Sans"/>
                <a:cs typeface="DejaVu Sans"/>
              </a:defRPr>
            </a:defPPr>
            <a:lvl1pPr algn="l">
              <a:buNone/>
              <a:defRPr sz="8700" b="1">
                <a:solidFill>
                  <a:srgbClr val="075E45"/>
                </a:solidFill>
                <a:latin typeface="DejaVu Sans"/>
                <a:ea typeface="DejaVu Sans"/>
                <a:cs typeface="DejaVu Sans"/>
              </a:defRPr>
            </a:lvl1pPr>
            <a:lvl2pPr algn="l">
              <a:buNone/>
              <a:defRPr sz="8700" b="1">
                <a:solidFill>
                  <a:srgbClr val="075E45"/>
                </a:solidFill>
                <a:latin typeface="DejaVu Sans"/>
                <a:ea typeface="DejaVu Sans"/>
                <a:cs typeface="DejaVu Sans"/>
              </a:defRPr>
            </a:lvl2pPr>
            <a:lvl3pPr algn="l">
              <a:buNone/>
              <a:defRPr sz="8700" b="1">
                <a:solidFill>
                  <a:srgbClr val="075E45"/>
                </a:solidFill>
                <a:latin typeface="DejaVu Sans"/>
                <a:ea typeface="DejaVu Sans"/>
                <a:cs typeface="DejaVu Sans"/>
              </a:defRPr>
            </a:lvl3pPr>
            <a:lvl4pPr algn="l">
              <a:buNone/>
              <a:defRPr sz="8700" b="1">
                <a:solidFill>
                  <a:srgbClr val="075E45"/>
                </a:solidFill>
                <a:latin typeface="DejaVu Sans"/>
                <a:ea typeface="DejaVu Sans"/>
                <a:cs typeface="DejaVu Sans"/>
              </a:defRPr>
            </a:lvl4pPr>
            <a:lvl5pPr algn="l">
              <a:buNone/>
              <a:defRPr sz="8700" b="1">
                <a:solidFill>
                  <a:srgbClr val="075E45"/>
                </a:solidFill>
                <a:latin typeface="DejaVu Sans"/>
                <a:ea typeface="DejaVu Sans"/>
                <a:cs typeface="DejaVu Sans"/>
              </a:defRPr>
            </a:lvl5pPr>
            <a:lvl6pPr algn="l">
              <a:buNone/>
              <a:defRPr sz="8700" b="1">
                <a:solidFill>
                  <a:srgbClr val="075E45"/>
                </a:solidFill>
                <a:latin typeface="DejaVu Sans"/>
                <a:ea typeface="DejaVu Sans"/>
                <a:cs typeface="DejaVu Sans"/>
              </a:defRPr>
            </a:lvl6pPr>
            <a:lvl7pPr algn="l">
              <a:buNone/>
              <a:defRPr sz="8700" b="1">
                <a:solidFill>
                  <a:srgbClr val="075E45"/>
                </a:solidFill>
                <a:latin typeface="DejaVu Sans"/>
                <a:ea typeface="DejaVu Sans"/>
                <a:cs typeface="DejaVu Sans"/>
              </a:defRPr>
            </a:lvl7pPr>
            <a:lvl8pPr algn="l">
              <a:buNone/>
              <a:defRPr sz="8700" b="1">
                <a:solidFill>
                  <a:srgbClr val="075E45"/>
                </a:solidFill>
                <a:latin typeface="DejaVu Sans"/>
                <a:ea typeface="DejaVu Sans"/>
                <a:cs typeface="DejaVu Sans"/>
              </a:defRPr>
            </a:lvl8pPr>
            <a:lvl9pPr algn="l">
              <a:buNone/>
              <a:defRPr sz="8700" b="1">
                <a:solidFill>
                  <a:srgbClr val="075E45"/>
                </a:solidFill>
                <a:latin typeface="DejaVu Sans"/>
                <a:ea typeface="DejaVu Sans"/>
                <a:cs typeface="DejaVu Sans"/>
              </a:defRPr>
            </a:lvl9pPr>
          </a:lstStyle>
          <a:p xmlns:a="http://schemas.openxmlformats.org/drawingml/2006/main">
            <a:pPr algn="l">
              <a:buNone/>
              <a:defRPr sz="8700" b="1">
                <a:solidFill>
                  <a:srgbClr val="075E45"/>
                </a:solidFill>
                <a:latin typeface="DejaVu Sans"/>
                <a:ea typeface="DejaVu Sans"/>
                <a:cs typeface="DejaVu Sans"/>
              </a:defRPr>
            </a:pPr>
            <a:r>
              <a:rPr sz="8700" b="1">
                <a:solidFill>
                  <a:srgbClr val="075E45"/>
                </a:solidFill>
                <a:latin typeface="DejaVu Sans"/>
                <a:ea typeface="DejaVu Sans"/>
                <a:cs typeface="DejaVu Sans"/>
              </a:rPr>
              <a:t>267</a:t>
            </a:r>
          </a:p>
        </p:txBody>
      </p:sp>
      <p:sp>
        <p:nvSpPr>
          <p:cNvPr id="4" name="total-label">
            <a:extLst xmlns:a="http://schemas.openxmlformats.org/drawingml/2006/main">
              <a:ext uri="{FF2B5EF4-FFF2-40B4-BE49-F238E27FC236}">
                <a16:creationId xmlns:a16="http://schemas.microsoft.com/office/drawing/2014/main" id="{739AC3AE-47CC-4A85-86FB-F93DC94A808E}"/>
              </a:ext>
            </a:extLst>
          </p:cNvPr>
          <p:cNvSpPr>
            <a:spLocks xmlns:a="http://schemas.openxmlformats.org/drawingml/2006/main" noGrp="1"/>
          </p:cNvSpPr>
          <p:nvPr/>
        </p:nvSpPr>
        <p:spPr>
          <a:xfrm xmlns:a="http://schemas.openxmlformats.org/drawingml/2006/main">
            <a:off x="781050" y="3524250"/>
            <a:ext cx="342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a:solidFill>
                  <a:srgbClr val="172E25"/>
                </a:solidFill>
                <a:latin typeface="DejaVu Sans"/>
                <a:ea typeface="DejaVu Sans"/>
                <a:cs typeface="DejaVu Sans"/>
              </a:defRPr>
            </a:defPPr>
            <a:lvl1pPr algn="l">
              <a:buNone/>
              <a:defRPr sz="2400">
                <a:solidFill>
                  <a:srgbClr val="172E25"/>
                </a:solidFill>
                <a:latin typeface="DejaVu Sans"/>
                <a:ea typeface="DejaVu Sans"/>
                <a:cs typeface="DejaVu Sans"/>
              </a:defRPr>
            </a:lvl1pPr>
            <a:lvl2pPr algn="l">
              <a:buNone/>
              <a:defRPr sz="2400">
                <a:solidFill>
                  <a:srgbClr val="172E25"/>
                </a:solidFill>
                <a:latin typeface="DejaVu Sans"/>
                <a:ea typeface="DejaVu Sans"/>
                <a:cs typeface="DejaVu Sans"/>
              </a:defRPr>
            </a:lvl2pPr>
            <a:lvl3pPr algn="l">
              <a:buNone/>
              <a:defRPr sz="2400">
                <a:solidFill>
                  <a:srgbClr val="172E25"/>
                </a:solidFill>
                <a:latin typeface="DejaVu Sans"/>
                <a:ea typeface="DejaVu Sans"/>
                <a:cs typeface="DejaVu Sans"/>
              </a:defRPr>
            </a:lvl3pPr>
            <a:lvl4pPr algn="l">
              <a:buNone/>
              <a:defRPr sz="2400">
                <a:solidFill>
                  <a:srgbClr val="172E25"/>
                </a:solidFill>
                <a:latin typeface="DejaVu Sans"/>
                <a:ea typeface="DejaVu Sans"/>
                <a:cs typeface="DejaVu Sans"/>
              </a:defRPr>
            </a:lvl4pPr>
            <a:lvl5pPr algn="l">
              <a:buNone/>
              <a:defRPr sz="2400">
                <a:solidFill>
                  <a:srgbClr val="172E25"/>
                </a:solidFill>
                <a:latin typeface="DejaVu Sans"/>
                <a:ea typeface="DejaVu Sans"/>
                <a:cs typeface="DejaVu Sans"/>
              </a:defRPr>
            </a:lvl5pPr>
            <a:lvl6pPr algn="l">
              <a:buNone/>
              <a:defRPr sz="2400">
                <a:solidFill>
                  <a:srgbClr val="172E25"/>
                </a:solidFill>
                <a:latin typeface="DejaVu Sans"/>
                <a:ea typeface="DejaVu Sans"/>
                <a:cs typeface="DejaVu Sans"/>
              </a:defRPr>
            </a:lvl6pPr>
            <a:lvl7pPr algn="l">
              <a:buNone/>
              <a:defRPr sz="2400">
                <a:solidFill>
                  <a:srgbClr val="172E25"/>
                </a:solidFill>
                <a:latin typeface="DejaVu Sans"/>
                <a:ea typeface="DejaVu Sans"/>
                <a:cs typeface="DejaVu Sans"/>
              </a:defRPr>
            </a:lvl7pPr>
            <a:lvl8pPr algn="l">
              <a:buNone/>
              <a:defRPr sz="2400">
                <a:solidFill>
                  <a:srgbClr val="172E25"/>
                </a:solidFill>
                <a:latin typeface="DejaVu Sans"/>
                <a:ea typeface="DejaVu Sans"/>
                <a:cs typeface="DejaVu Sans"/>
              </a:defRPr>
            </a:lvl8pPr>
            <a:lvl9pPr algn="l">
              <a:buNone/>
              <a:defRPr sz="2400">
                <a:solidFill>
                  <a:srgbClr val="172E25"/>
                </a:solidFill>
                <a:latin typeface="DejaVu Sans"/>
                <a:ea typeface="DejaVu Sans"/>
                <a:cs typeface="DejaVu Sans"/>
              </a:defRPr>
            </a:lvl9pPr>
          </a:lstStyle>
          <a:p xmlns:a="http://schemas.openxmlformats.org/drawingml/2006/main">
            <a:pPr algn="l">
              <a:buNone/>
              <a:defRPr sz="2400">
                <a:solidFill>
                  <a:srgbClr val="172E25"/>
                </a:solidFill>
                <a:latin typeface="DejaVu Sans"/>
                <a:ea typeface="DejaVu Sans"/>
                <a:cs typeface="DejaVu Sans"/>
              </a:defRPr>
            </a:pPr>
            <a:r>
              <a:rPr sz="2400">
                <a:solidFill>
                  <a:srgbClr val="172E25"/>
                </a:solidFill>
                <a:latin typeface="DejaVu Sans"/>
                <a:ea typeface="DejaVu Sans"/>
                <a:cs typeface="DejaVu Sans"/>
              </a:rPr>
              <a:t>recorded automated</a:t>
            </a:r>
          </a:p>
          <a:p xmlns:a="http://schemas.openxmlformats.org/drawingml/2006/main">
            <a:pPr algn="l">
              <a:buNone/>
              <a:defRPr sz="2400">
                <a:solidFill>
                  <a:srgbClr val="172E25"/>
                </a:solidFill>
                <a:latin typeface="DejaVu Sans"/>
                <a:ea typeface="DejaVu Sans"/>
                <a:cs typeface="DejaVu Sans"/>
              </a:defRPr>
            </a:pPr>
            <a:r>
              <a:rPr sz="2400">
                <a:solidFill>
                  <a:srgbClr val="172E25"/>
                </a:solidFill>
                <a:latin typeface="DejaVu Sans"/>
                <a:ea typeface="DejaVu Sans"/>
                <a:cs typeface="DejaVu Sans"/>
              </a:rPr>
              <a:t>assertions passed</a:t>
            </a:r>
          </a:p>
        </p:txBody>
      </p:sp>
      <p:graphicFrame>
        <p:nvGraphicFramePr>
          <p:cNvPr id="5" name="Chart">
            <a:extLst xmlns:a="http://schemas.openxmlformats.org/drawingml/2006/main">
              <a:ext uri="{FF2B5EF4-FFF2-40B4-BE49-F238E27FC236}">
                <a16:creationId xmlns:a16="http://schemas.microsoft.com/office/drawing/2014/main" id="{A93D1755-AED2-47F4-9161-ECBCB2D2165A}"/>
              </a:ext>
            </a:extLst>
          </p:cNvPr>
          <p:cNvGraphicFramePr/>
          <p:nvPr/>
        </p:nvGraphicFramePr>
        <p:xfrm>
          <a:off xmlns:a="http://schemas.openxmlformats.org/drawingml/2006/main" x="4333875" y="1762125"/>
          <a:ext xmlns:a="http://schemas.openxmlformats.org/drawingml/2006/main" cx="7000875" cy="3714750"/>
        </p:xfrm>
        <a:graphic xmlns:a="http://schemas.openxmlformats.org/drawingml/2006/main">
          <a:graphicData uri="http://schemas.openxmlformats.org/drawingml/2006/chart">
            <c:chart xmlns:r="http://schemas.openxmlformats.org/officeDocument/2006/relationships" xmlns:c="http://schemas.openxmlformats.org/drawingml/2006/chart" r:id="R31310e5bf5324a50"/>
          </a:graphicData>
        </a:graphic>
      </p:graphicFrame>
      <p:sp>
        <p:nvSpPr>
          <p:cNvPr id="6" name="test-boundary">
            <a:extLst xmlns:a="http://schemas.openxmlformats.org/drawingml/2006/main">
              <a:ext uri="{FF2B5EF4-FFF2-40B4-BE49-F238E27FC236}">
                <a16:creationId xmlns:a16="http://schemas.microsoft.com/office/drawing/2014/main" id="{15C2F4FE-B546-4F3A-AE64-23426A5E5D74}"/>
              </a:ext>
            </a:extLst>
          </p:cNvPr>
          <p:cNvSpPr>
            <a:spLocks xmlns:a="http://schemas.openxmlformats.org/drawingml/2006/main" noGrp="1"/>
          </p:cNvSpPr>
          <p:nvPr/>
        </p:nvSpPr>
        <p:spPr>
          <a:xfrm xmlns:a="http://schemas.openxmlformats.org/drawingml/2006/main">
            <a:off x="704850" y="585787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a:solidFill>
                  <a:srgbClr val="50665A"/>
                </a:solidFill>
                <a:latin typeface="DejaVu Sans"/>
                <a:ea typeface="DejaVu Sans"/>
                <a:cs typeface="DejaVu Sans"/>
              </a:defRPr>
            </a:defPPr>
            <a:lvl1pPr algn="l">
              <a:buNone/>
              <a:defRPr sz="1725">
                <a:solidFill>
                  <a:srgbClr val="50665A"/>
                </a:solidFill>
                <a:latin typeface="DejaVu Sans"/>
                <a:ea typeface="DejaVu Sans"/>
                <a:cs typeface="DejaVu Sans"/>
              </a:defRPr>
            </a:lvl1pPr>
            <a:lvl2pPr algn="l">
              <a:buNone/>
              <a:defRPr sz="1725">
                <a:solidFill>
                  <a:srgbClr val="50665A"/>
                </a:solidFill>
                <a:latin typeface="DejaVu Sans"/>
                <a:ea typeface="DejaVu Sans"/>
                <a:cs typeface="DejaVu Sans"/>
              </a:defRPr>
            </a:lvl2pPr>
            <a:lvl3pPr algn="l">
              <a:buNone/>
              <a:defRPr sz="1725">
                <a:solidFill>
                  <a:srgbClr val="50665A"/>
                </a:solidFill>
                <a:latin typeface="DejaVu Sans"/>
                <a:ea typeface="DejaVu Sans"/>
                <a:cs typeface="DejaVu Sans"/>
              </a:defRPr>
            </a:lvl3pPr>
            <a:lvl4pPr algn="l">
              <a:buNone/>
              <a:defRPr sz="1725">
                <a:solidFill>
                  <a:srgbClr val="50665A"/>
                </a:solidFill>
                <a:latin typeface="DejaVu Sans"/>
                <a:ea typeface="DejaVu Sans"/>
                <a:cs typeface="DejaVu Sans"/>
              </a:defRPr>
            </a:lvl4pPr>
            <a:lvl5pPr algn="l">
              <a:buNone/>
              <a:defRPr sz="1725">
                <a:solidFill>
                  <a:srgbClr val="50665A"/>
                </a:solidFill>
                <a:latin typeface="DejaVu Sans"/>
                <a:ea typeface="DejaVu Sans"/>
                <a:cs typeface="DejaVu Sans"/>
              </a:defRPr>
            </a:lvl5pPr>
            <a:lvl6pPr algn="l">
              <a:buNone/>
              <a:defRPr sz="1725">
                <a:solidFill>
                  <a:srgbClr val="50665A"/>
                </a:solidFill>
                <a:latin typeface="DejaVu Sans"/>
                <a:ea typeface="DejaVu Sans"/>
                <a:cs typeface="DejaVu Sans"/>
              </a:defRPr>
            </a:lvl6pPr>
            <a:lvl7pPr algn="l">
              <a:buNone/>
              <a:defRPr sz="1725">
                <a:solidFill>
                  <a:srgbClr val="50665A"/>
                </a:solidFill>
                <a:latin typeface="DejaVu Sans"/>
                <a:ea typeface="DejaVu Sans"/>
                <a:cs typeface="DejaVu Sans"/>
              </a:defRPr>
            </a:lvl7pPr>
            <a:lvl8pPr algn="l">
              <a:buNone/>
              <a:defRPr sz="1725">
                <a:solidFill>
                  <a:srgbClr val="50665A"/>
                </a:solidFill>
                <a:latin typeface="DejaVu Sans"/>
                <a:ea typeface="DejaVu Sans"/>
                <a:cs typeface="DejaVu Sans"/>
              </a:defRPr>
            </a:lvl8pPr>
            <a:lvl9pPr algn="l">
              <a:buNone/>
              <a:defRPr sz="1725">
                <a:solidFill>
                  <a:srgbClr val="50665A"/>
                </a:solidFill>
                <a:latin typeface="DejaVu Sans"/>
                <a:ea typeface="DejaVu Sans"/>
                <a:cs typeface="DejaVu Sans"/>
              </a:defRPr>
            </a:lvl9pPr>
          </a:lstStyle>
          <a:p xmlns:a="http://schemas.openxmlformats.org/drawingml/2006/main">
            <a:pPr algn="l">
              <a:buNone/>
              <a:defRPr sz="1725">
                <a:solidFill>
                  <a:srgbClr val="50665A"/>
                </a:solidFill>
                <a:latin typeface="DejaVu Sans"/>
                <a:ea typeface="DejaVu Sans"/>
                <a:cs typeface="DejaVu Sans"/>
              </a:defRPr>
            </a:pPr>
            <a:r>
              <a:rPr sz="1725">
                <a:solidFill>
                  <a:srgbClr val="50665A"/>
                </a:solidFill>
                <a:latin typeface="DejaVu Sans"/>
                <a:ea typeface="DejaVu Sans"/>
                <a:cs typeface="DejaVu Sans"/>
              </a:rPr>
              <a:t>Recorded local assertions. Carousel checks use a fixture. Hosted acceptance remains a separate gate.</a:t>
            </a:r>
          </a:p>
        </p:txBody>
      </p:sp>
    </p:spTree>
    <p:extLst>
      <p:ext uri="{BB962C8B-B14F-4D97-AF65-F5344CB8AC3E}">
        <p14:creationId xmlns:p14="http://schemas.microsoft.com/office/powerpoint/2010/main" val="9660472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A3B1F4F-A20D-4C8E-9E72-191C911FEBB4}"/>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75E45"/>
                </a:solidFill>
                <a:latin typeface="DejaVu Sans"/>
                <a:ea typeface="DejaVu Sans"/>
                <a:cs typeface="DejaVu Sans"/>
              </a:defRPr>
            </a:defPPr>
            <a:lvl1pPr algn="l">
              <a:buNone/>
              <a:defRPr sz="3300" b="1">
                <a:solidFill>
                  <a:srgbClr val="075E45"/>
                </a:solidFill>
                <a:latin typeface="DejaVu Sans"/>
                <a:ea typeface="DejaVu Sans"/>
                <a:cs typeface="DejaVu Sans"/>
              </a:defRPr>
            </a:lvl1pPr>
            <a:lvl2pPr algn="l">
              <a:buNone/>
              <a:defRPr sz="3300" b="1">
                <a:solidFill>
                  <a:srgbClr val="075E45"/>
                </a:solidFill>
                <a:latin typeface="DejaVu Sans"/>
                <a:ea typeface="DejaVu Sans"/>
                <a:cs typeface="DejaVu Sans"/>
              </a:defRPr>
            </a:lvl2pPr>
            <a:lvl3pPr algn="l">
              <a:buNone/>
              <a:defRPr sz="3300" b="1">
                <a:solidFill>
                  <a:srgbClr val="075E45"/>
                </a:solidFill>
                <a:latin typeface="DejaVu Sans"/>
                <a:ea typeface="DejaVu Sans"/>
                <a:cs typeface="DejaVu Sans"/>
              </a:defRPr>
            </a:lvl3pPr>
            <a:lvl4pPr algn="l">
              <a:buNone/>
              <a:defRPr sz="3300" b="1">
                <a:solidFill>
                  <a:srgbClr val="075E45"/>
                </a:solidFill>
                <a:latin typeface="DejaVu Sans"/>
                <a:ea typeface="DejaVu Sans"/>
                <a:cs typeface="DejaVu Sans"/>
              </a:defRPr>
            </a:lvl4pPr>
            <a:lvl5pPr algn="l">
              <a:buNone/>
              <a:defRPr sz="3300" b="1">
                <a:solidFill>
                  <a:srgbClr val="075E45"/>
                </a:solidFill>
                <a:latin typeface="DejaVu Sans"/>
                <a:ea typeface="DejaVu Sans"/>
                <a:cs typeface="DejaVu Sans"/>
              </a:defRPr>
            </a:lvl5pPr>
            <a:lvl6pPr algn="l">
              <a:buNone/>
              <a:defRPr sz="3300" b="1">
                <a:solidFill>
                  <a:srgbClr val="075E45"/>
                </a:solidFill>
                <a:latin typeface="DejaVu Sans"/>
                <a:ea typeface="DejaVu Sans"/>
                <a:cs typeface="DejaVu Sans"/>
              </a:defRPr>
            </a:lvl6pPr>
            <a:lvl7pPr algn="l">
              <a:buNone/>
              <a:defRPr sz="3300" b="1">
                <a:solidFill>
                  <a:srgbClr val="075E45"/>
                </a:solidFill>
                <a:latin typeface="DejaVu Sans"/>
                <a:ea typeface="DejaVu Sans"/>
                <a:cs typeface="DejaVu Sans"/>
              </a:defRPr>
            </a:lvl7pPr>
            <a:lvl8pPr algn="l">
              <a:buNone/>
              <a:defRPr sz="3300" b="1">
                <a:solidFill>
                  <a:srgbClr val="075E45"/>
                </a:solidFill>
                <a:latin typeface="DejaVu Sans"/>
                <a:ea typeface="DejaVu Sans"/>
                <a:cs typeface="DejaVu Sans"/>
              </a:defRPr>
            </a:lvl8pPr>
            <a:lvl9pPr algn="l">
              <a:buNone/>
              <a:defRPr sz="3300" b="1">
                <a:solidFill>
                  <a:srgbClr val="075E45"/>
                </a:solidFill>
                <a:latin typeface="DejaVu Sans"/>
                <a:ea typeface="DejaVu Sans"/>
                <a:cs typeface="DejaVu Sans"/>
              </a:defRPr>
            </a:lvl9pPr>
          </a:lstStyle>
          <a:p xmlns:a="http://schemas.openxmlformats.org/drawingml/2006/main">
            <a:pPr algn="l">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Release 1 0 4 and quality evidence</a:t>
            </a:r>
          </a:p>
        </p:txBody>
      </p:sp>
      <p:sp>
        <p:nvSpPr>
          <p:cNvPr id="2" name="page">
            <a:extLst xmlns:a="http://schemas.openxmlformats.org/drawingml/2006/main">
              <a:ext uri="{FF2B5EF4-FFF2-40B4-BE49-F238E27FC236}">
                <a16:creationId xmlns:a16="http://schemas.microsoft.com/office/drawing/2014/main" id="{117B0D82-2497-4F11-8A66-3FA43DEB0648}"/>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15</a:t>
            </a:r>
          </a:p>
        </p:txBody>
      </p:sp>
      <p:sp>
        <p:nvSpPr>
          <p:cNvPr id="3" name="item-heading-0">
            <a:extLst xmlns:a="http://schemas.openxmlformats.org/drawingml/2006/main">
              <a:ext uri="{FF2B5EF4-FFF2-40B4-BE49-F238E27FC236}">
                <a16:creationId xmlns:a16="http://schemas.microsoft.com/office/drawing/2014/main" id="{9E864845-4139-4CB0-AF3A-1CDBD211C37F}"/>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E25"/>
                </a:solidFill>
                <a:latin typeface="DejaVu Sans"/>
                <a:ea typeface="DejaVu Sans"/>
                <a:cs typeface="DejaVu Sans"/>
              </a:defRPr>
            </a:defPPr>
            <a:lvl1pPr algn="l">
              <a:buNone/>
              <a:defRPr sz="2250" b="1">
                <a:solidFill>
                  <a:srgbClr val="172E25"/>
                </a:solidFill>
                <a:latin typeface="DejaVu Sans"/>
                <a:ea typeface="DejaVu Sans"/>
                <a:cs typeface="DejaVu Sans"/>
              </a:defRPr>
            </a:lvl1pPr>
            <a:lvl2pPr algn="l">
              <a:buNone/>
              <a:defRPr sz="2250" b="1">
                <a:solidFill>
                  <a:srgbClr val="172E25"/>
                </a:solidFill>
                <a:latin typeface="DejaVu Sans"/>
                <a:ea typeface="DejaVu Sans"/>
                <a:cs typeface="DejaVu Sans"/>
              </a:defRPr>
            </a:lvl2pPr>
            <a:lvl3pPr algn="l">
              <a:buNone/>
              <a:defRPr sz="2250" b="1">
                <a:solidFill>
                  <a:srgbClr val="172E25"/>
                </a:solidFill>
                <a:latin typeface="DejaVu Sans"/>
                <a:ea typeface="DejaVu Sans"/>
                <a:cs typeface="DejaVu Sans"/>
              </a:defRPr>
            </a:lvl3pPr>
            <a:lvl4pPr algn="l">
              <a:buNone/>
              <a:defRPr sz="2250" b="1">
                <a:solidFill>
                  <a:srgbClr val="172E25"/>
                </a:solidFill>
                <a:latin typeface="DejaVu Sans"/>
                <a:ea typeface="DejaVu Sans"/>
                <a:cs typeface="DejaVu Sans"/>
              </a:defRPr>
            </a:lvl4pPr>
            <a:lvl5pPr algn="l">
              <a:buNone/>
              <a:defRPr sz="2250" b="1">
                <a:solidFill>
                  <a:srgbClr val="172E25"/>
                </a:solidFill>
                <a:latin typeface="DejaVu Sans"/>
                <a:ea typeface="DejaVu Sans"/>
                <a:cs typeface="DejaVu Sans"/>
              </a:defRPr>
            </a:lvl5pPr>
            <a:lvl6pPr algn="l">
              <a:buNone/>
              <a:defRPr sz="2250" b="1">
                <a:solidFill>
                  <a:srgbClr val="172E25"/>
                </a:solidFill>
                <a:latin typeface="DejaVu Sans"/>
                <a:ea typeface="DejaVu Sans"/>
                <a:cs typeface="DejaVu Sans"/>
              </a:defRPr>
            </a:lvl6pPr>
            <a:lvl7pPr algn="l">
              <a:buNone/>
              <a:defRPr sz="2250" b="1">
                <a:solidFill>
                  <a:srgbClr val="172E25"/>
                </a:solidFill>
                <a:latin typeface="DejaVu Sans"/>
                <a:ea typeface="DejaVu Sans"/>
                <a:cs typeface="DejaVu Sans"/>
              </a:defRPr>
            </a:lvl7pPr>
            <a:lvl8pPr algn="l">
              <a:buNone/>
              <a:defRPr sz="2250" b="1">
                <a:solidFill>
                  <a:srgbClr val="172E25"/>
                </a:solidFill>
                <a:latin typeface="DejaVu Sans"/>
                <a:ea typeface="DejaVu Sans"/>
                <a:cs typeface="DejaVu Sans"/>
              </a:defRPr>
            </a:lvl8pPr>
            <a:lvl9pPr algn="l">
              <a:buNone/>
              <a:defRPr sz="2250" b="1">
                <a:solidFill>
                  <a:srgbClr val="172E25"/>
                </a:solidFill>
                <a:latin typeface="DejaVu Sans"/>
                <a:ea typeface="DejaVu Sans"/>
                <a:cs typeface="DejaVu Sans"/>
              </a:defRPr>
            </a:lvl9pPr>
          </a:lstStyle>
          <a:p xmlns:a="http://schemas.openxmlformats.org/drawingml/2006/main">
            <a:pPr algn="l">
              <a:buNone/>
              <a:defRPr sz="2250" b="1">
                <a:solidFill>
                  <a:srgbClr val="172E25"/>
                </a:solidFill>
                <a:latin typeface="DejaVu Sans"/>
                <a:ea typeface="DejaVu Sans"/>
                <a:cs typeface="DejaVu Sans"/>
              </a:defRPr>
            </a:pPr>
            <a:r>
              <a:rPr sz="2250" b="1">
                <a:solidFill>
                  <a:srgbClr val="172E25"/>
                </a:solidFill>
                <a:latin typeface="DejaVu Sans"/>
                <a:ea typeface="DejaVu Sans"/>
                <a:cs typeface="DejaVu Sans"/>
              </a:rPr>
              <a:t>Installer and packaging corrections</a:t>
            </a:r>
          </a:p>
        </p:txBody>
      </p:sp>
      <p:sp>
        <p:nvSpPr>
          <p:cNvPr id="4" name="item-body-0">
            <a:extLst xmlns:a="http://schemas.openxmlformats.org/drawingml/2006/main">
              <a:ext uri="{FF2B5EF4-FFF2-40B4-BE49-F238E27FC236}">
                <a16:creationId xmlns:a16="http://schemas.microsoft.com/office/drawing/2014/main" id="{1C5C0377-DA38-4CC7-84E6-80EA34DA7769}"/>
              </a:ext>
            </a:extLst>
          </p:cNvPr>
          <p:cNvSpPr>
            <a:spLocks xmlns:a="http://schemas.openxmlformats.org/drawingml/2006/main" noGrp="1"/>
          </p:cNvSpPr>
          <p:nvPr/>
        </p:nvSpPr>
        <p:spPr>
          <a:xfrm xmlns:a="http://schemas.openxmlformats.org/drawingml/2006/main">
            <a:off x="685800" y="2152650"/>
            <a:ext cx="10668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a:solidFill>
                  <a:srgbClr val="50665A"/>
                </a:solidFill>
                <a:latin typeface="DejaVu Sans"/>
                <a:ea typeface="DejaVu Sans"/>
                <a:cs typeface="DejaVu Sans"/>
              </a:defRPr>
            </a:defPPr>
            <a:lvl1pPr algn="l">
              <a:buNone/>
              <a:defRPr sz="2025">
                <a:solidFill>
                  <a:srgbClr val="50665A"/>
                </a:solidFill>
                <a:latin typeface="DejaVu Sans"/>
                <a:ea typeface="DejaVu Sans"/>
                <a:cs typeface="DejaVu Sans"/>
              </a:defRPr>
            </a:lvl1pPr>
            <a:lvl2pPr algn="l">
              <a:buNone/>
              <a:defRPr sz="2025">
                <a:solidFill>
                  <a:srgbClr val="50665A"/>
                </a:solidFill>
                <a:latin typeface="DejaVu Sans"/>
                <a:ea typeface="DejaVu Sans"/>
                <a:cs typeface="DejaVu Sans"/>
              </a:defRPr>
            </a:lvl2pPr>
            <a:lvl3pPr algn="l">
              <a:buNone/>
              <a:defRPr sz="2025">
                <a:solidFill>
                  <a:srgbClr val="50665A"/>
                </a:solidFill>
                <a:latin typeface="DejaVu Sans"/>
                <a:ea typeface="DejaVu Sans"/>
                <a:cs typeface="DejaVu Sans"/>
              </a:defRPr>
            </a:lvl3pPr>
            <a:lvl4pPr algn="l">
              <a:buNone/>
              <a:defRPr sz="2025">
                <a:solidFill>
                  <a:srgbClr val="50665A"/>
                </a:solidFill>
                <a:latin typeface="DejaVu Sans"/>
                <a:ea typeface="DejaVu Sans"/>
                <a:cs typeface="DejaVu Sans"/>
              </a:defRPr>
            </a:lvl4pPr>
            <a:lvl5pPr algn="l">
              <a:buNone/>
              <a:defRPr sz="2025">
                <a:solidFill>
                  <a:srgbClr val="50665A"/>
                </a:solidFill>
                <a:latin typeface="DejaVu Sans"/>
                <a:ea typeface="DejaVu Sans"/>
                <a:cs typeface="DejaVu Sans"/>
              </a:defRPr>
            </a:lvl5pPr>
            <a:lvl6pPr algn="l">
              <a:buNone/>
              <a:defRPr sz="2025">
                <a:solidFill>
                  <a:srgbClr val="50665A"/>
                </a:solidFill>
                <a:latin typeface="DejaVu Sans"/>
                <a:ea typeface="DejaVu Sans"/>
                <a:cs typeface="DejaVu Sans"/>
              </a:defRPr>
            </a:lvl6pPr>
            <a:lvl7pPr algn="l">
              <a:buNone/>
              <a:defRPr sz="2025">
                <a:solidFill>
                  <a:srgbClr val="50665A"/>
                </a:solidFill>
                <a:latin typeface="DejaVu Sans"/>
                <a:ea typeface="DejaVu Sans"/>
                <a:cs typeface="DejaVu Sans"/>
              </a:defRPr>
            </a:lvl7pPr>
            <a:lvl8pPr algn="l">
              <a:buNone/>
              <a:defRPr sz="2025">
                <a:solidFill>
                  <a:srgbClr val="50665A"/>
                </a:solidFill>
                <a:latin typeface="DejaVu Sans"/>
                <a:ea typeface="DejaVu Sans"/>
                <a:cs typeface="DejaVu Sans"/>
              </a:defRPr>
            </a:lvl8pPr>
            <a:lvl9pPr algn="l">
              <a:buNone/>
              <a:defRPr sz="2025">
                <a:solidFill>
                  <a:srgbClr val="50665A"/>
                </a:solidFill>
                <a:latin typeface="DejaVu Sans"/>
                <a:ea typeface="DejaVu Sans"/>
                <a:cs typeface="DejaVu Sans"/>
              </a:defRPr>
            </a:lvl9pPr>
          </a:lstStyle>
          <a:p xmlns:a="http://schemas.openxmlformats.org/drawingml/2006/main">
            <a:pPr algn="l">
              <a:buNone/>
              <a:defRPr sz="2025">
                <a:solidFill>
                  <a:srgbClr val="50665A"/>
                </a:solidFill>
                <a:latin typeface="DejaVu Sans"/>
                <a:ea typeface="DejaVu Sans"/>
                <a:cs typeface="DejaVu Sans"/>
              </a:defRPr>
            </a:pPr>
            <a:r>
              <a:rPr sz="2025">
                <a:solidFill>
                  <a:srgbClr val="50665A"/>
                </a:solidFill>
                <a:latin typeface="DejaVu Sans"/>
                <a:ea typeface="DejaVu Sans"/>
                <a:cs typeface="DejaVu Sans"/>
              </a:rPr>
              <a:t>Protected runtime folders, the 72 byte password boundary and actionable setup diagnostics.</a:t>
            </a:r>
          </a:p>
        </p:txBody>
      </p:sp>
      <p:sp>
        <p:nvSpPr>
          <p:cNvPr id="5" name="item-heading-1">
            <a:extLst xmlns:a="http://schemas.openxmlformats.org/drawingml/2006/main">
              <a:ext uri="{FF2B5EF4-FFF2-40B4-BE49-F238E27FC236}">
                <a16:creationId xmlns:a16="http://schemas.microsoft.com/office/drawing/2014/main" id="{85E19226-A3E0-401D-99B8-5C100D834A17}"/>
              </a:ext>
            </a:extLst>
          </p:cNvPr>
          <p:cNvSpPr>
            <a:spLocks xmlns:a="http://schemas.openxmlformats.org/drawingml/2006/main" noGrp="1"/>
          </p:cNvSpPr>
          <p:nvPr/>
        </p:nvSpPr>
        <p:spPr>
          <a:xfrm xmlns:a="http://schemas.openxmlformats.org/drawingml/2006/main">
            <a:off x="685800" y="3143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E25"/>
                </a:solidFill>
                <a:latin typeface="DejaVu Sans"/>
                <a:ea typeface="DejaVu Sans"/>
                <a:cs typeface="DejaVu Sans"/>
              </a:defRPr>
            </a:defPPr>
            <a:lvl1pPr algn="l">
              <a:buNone/>
              <a:defRPr sz="2250" b="1">
                <a:solidFill>
                  <a:srgbClr val="172E25"/>
                </a:solidFill>
                <a:latin typeface="DejaVu Sans"/>
                <a:ea typeface="DejaVu Sans"/>
                <a:cs typeface="DejaVu Sans"/>
              </a:defRPr>
            </a:lvl1pPr>
            <a:lvl2pPr algn="l">
              <a:buNone/>
              <a:defRPr sz="2250" b="1">
                <a:solidFill>
                  <a:srgbClr val="172E25"/>
                </a:solidFill>
                <a:latin typeface="DejaVu Sans"/>
                <a:ea typeface="DejaVu Sans"/>
                <a:cs typeface="DejaVu Sans"/>
              </a:defRPr>
            </a:lvl2pPr>
            <a:lvl3pPr algn="l">
              <a:buNone/>
              <a:defRPr sz="2250" b="1">
                <a:solidFill>
                  <a:srgbClr val="172E25"/>
                </a:solidFill>
                <a:latin typeface="DejaVu Sans"/>
                <a:ea typeface="DejaVu Sans"/>
                <a:cs typeface="DejaVu Sans"/>
              </a:defRPr>
            </a:lvl3pPr>
            <a:lvl4pPr algn="l">
              <a:buNone/>
              <a:defRPr sz="2250" b="1">
                <a:solidFill>
                  <a:srgbClr val="172E25"/>
                </a:solidFill>
                <a:latin typeface="DejaVu Sans"/>
                <a:ea typeface="DejaVu Sans"/>
                <a:cs typeface="DejaVu Sans"/>
              </a:defRPr>
            </a:lvl4pPr>
            <a:lvl5pPr algn="l">
              <a:buNone/>
              <a:defRPr sz="2250" b="1">
                <a:solidFill>
                  <a:srgbClr val="172E25"/>
                </a:solidFill>
                <a:latin typeface="DejaVu Sans"/>
                <a:ea typeface="DejaVu Sans"/>
                <a:cs typeface="DejaVu Sans"/>
              </a:defRPr>
            </a:lvl5pPr>
            <a:lvl6pPr algn="l">
              <a:buNone/>
              <a:defRPr sz="2250" b="1">
                <a:solidFill>
                  <a:srgbClr val="172E25"/>
                </a:solidFill>
                <a:latin typeface="DejaVu Sans"/>
                <a:ea typeface="DejaVu Sans"/>
                <a:cs typeface="DejaVu Sans"/>
              </a:defRPr>
            </a:lvl6pPr>
            <a:lvl7pPr algn="l">
              <a:buNone/>
              <a:defRPr sz="2250" b="1">
                <a:solidFill>
                  <a:srgbClr val="172E25"/>
                </a:solidFill>
                <a:latin typeface="DejaVu Sans"/>
                <a:ea typeface="DejaVu Sans"/>
                <a:cs typeface="DejaVu Sans"/>
              </a:defRPr>
            </a:lvl7pPr>
            <a:lvl8pPr algn="l">
              <a:buNone/>
              <a:defRPr sz="2250" b="1">
                <a:solidFill>
                  <a:srgbClr val="172E25"/>
                </a:solidFill>
                <a:latin typeface="DejaVu Sans"/>
                <a:ea typeface="DejaVu Sans"/>
                <a:cs typeface="DejaVu Sans"/>
              </a:defRPr>
            </a:lvl8pPr>
            <a:lvl9pPr algn="l">
              <a:buNone/>
              <a:defRPr sz="2250" b="1">
                <a:solidFill>
                  <a:srgbClr val="172E25"/>
                </a:solidFill>
                <a:latin typeface="DejaVu Sans"/>
                <a:ea typeface="DejaVu Sans"/>
                <a:cs typeface="DejaVu Sans"/>
              </a:defRPr>
            </a:lvl9pPr>
          </a:lstStyle>
          <a:p xmlns:a="http://schemas.openxmlformats.org/drawingml/2006/main">
            <a:pPr algn="l">
              <a:buNone/>
              <a:defRPr sz="2250" b="1">
                <a:solidFill>
                  <a:srgbClr val="172E25"/>
                </a:solidFill>
                <a:latin typeface="DejaVu Sans"/>
                <a:ea typeface="DejaVu Sans"/>
                <a:cs typeface="DejaVu Sans"/>
              </a:defRPr>
            </a:pPr>
            <a:r>
              <a:rPr sz="2250" b="1">
                <a:solidFill>
                  <a:srgbClr val="172E25"/>
                </a:solidFill>
                <a:latin typeface="DejaVu Sans"/>
                <a:ea typeface="DejaVu Sans"/>
                <a:cs typeface="DejaVu Sans"/>
              </a:rPr>
              <a:t>Public discovery and evaluation records</a:t>
            </a:r>
          </a:p>
        </p:txBody>
      </p:sp>
      <p:sp>
        <p:nvSpPr>
          <p:cNvPr id="6" name="item-body-1">
            <a:extLst xmlns:a="http://schemas.openxmlformats.org/drawingml/2006/main">
              <a:ext uri="{FF2B5EF4-FFF2-40B4-BE49-F238E27FC236}">
                <a16:creationId xmlns:a16="http://schemas.microsoft.com/office/drawing/2014/main" id="{AE30A44A-850A-4579-983D-3057BF672E89}"/>
              </a:ext>
            </a:extLst>
          </p:cNvPr>
          <p:cNvSpPr>
            <a:spLocks xmlns:a="http://schemas.openxmlformats.org/drawingml/2006/main" noGrp="1"/>
          </p:cNvSpPr>
          <p:nvPr/>
        </p:nvSpPr>
        <p:spPr>
          <a:xfrm xmlns:a="http://schemas.openxmlformats.org/drawingml/2006/main">
            <a:off x="685800" y="3533775"/>
            <a:ext cx="10668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a:solidFill>
                  <a:srgbClr val="50665A"/>
                </a:solidFill>
                <a:latin typeface="DejaVu Sans"/>
                <a:ea typeface="DejaVu Sans"/>
                <a:cs typeface="DejaVu Sans"/>
              </a:defRPr>
            </a:defPPr>
            <a:lvl1pPr algn="l">
              <a:buNone/>
              <a:defRPr sz="2025">
                <a:solidFill>
                  <a:srgbClr val="50665A"/>
                </a:solidFill>
                <a:latin typeface="DejaVu Sans"/>
                <a:ea typeface="DejaVu Sans"/>
                <a:cs typeface="DejaVu Sans"/>
              </a:defRPr>
            </a:lvl1pPr>
            <a:lvl2pPr algn="l">
              <a:buNone/>
              <a:defRPr sz="2025">
                <a:solidFill>
                  <a:srgbClr val="50665A"/>
                </a:solidFill>
                <a:latin typeface="DejaVu Sans"/>
                <a:ea typeface="DejaVu Sans"/>
                <a:cs typeface="DejaVu Sans"/>
              </a:defRPr>
            </a:lvl2pPr>
            <a:lvl3pPr algn="l">
              <a:buNone/>
              <a:defRPr sz="2025">
                <a:solidFill>
                  <a:srgbClr val="50665A"/>
                </a:solidFill>
                <a:latin typeface="DejaVu Sans"/>
                <a:ea typeface="DejaVu Sans"/>
                <a:cs typeface="DejaVu Sans"/>
              </a:defRPr>
            </a:lvl3pPr>
            <a:lvl4pPr algn="l">
              <a:buNone/>
              <a:defRPr sz="2025">
                <a:solidFill>
                  <a:srgbClr val="50665A"/>
                </a:solidFill>
                <a:latin typeface="DejaVu Sans"/>
                <a:ea typeface="DejaVu Sans"/>
                <a:cs typeface="DejaVu Sans"/>
              </a:defRPr>
            </a:lvl4pPr>
            <a:lvl5pPr algn="l">
              <a:buNone/>
              <a:defRPr sz="2025">
                <a:solidFill>
                  <a:srgbClr val="50665A"/>
                </a:solidFill>
                <a:latin typeface="DejaVu Sans"/>
                <a:ea typeface="DejaVu Sans"/>
                <a:cs typeface="DejaVu Sans"/>
              </a:defRPr>
            </a:lvl5pPr>
            <a:lvl6pPr algn="l">
              <a:buNone/>
              <a:defRPr sz="2025">
                <a:solidFill>
                  <a:srgbClr val="50665A"/>
                </a:solidFill>
                <a:latin typeface="DejaVu Sans"/>
                <a:ea typeface="DejaVu Sans"/>
                <a:cs typeface="DejaVu Sans"/>
              </a:defRPr>
            </a:lvl6pPr>
            <a:lvl7pPr algn="l">
              <a:buNone/>
              <a:defRPr sz="2025">
                <a:solidFill>
                  <a:srgbClr val="50665A"/>
                </a:solidFill>
                <a:latin typeface="DejaVu Sans"/>
                <a:ea typeface="DejaVu Sans"/>
                <a:cs typeface="DejaVu Sans"/>
              </a:defRPr>
            </a:lvl7pPr>
            <a:lvl8pPr algn="l">
              <a:buNone/>
              <a:defRPr sz="2025">
                <a:solidFill>
                  <a:srgbClr val="50665A"/>
                </a:solidFill>
                <a:latin typeface="DejaVu Sans"/>
                <a:ea typeface="DejaVu Sans"/>
                <a:cs typeface="DejaVu Sans"/>
              </a:defRPr>
            </a:lvl8pPr>
            <a:lvl9pPr algn="l">
              <a:buNone/>
              <a:defRPr sz="2025">
                <a:solidFill>
                  <a:srgbClr val="50665A"/>
                </a:solidFill>
                <a:latin typeface="DejaVu Sans"/>
                <a:ea typeface="DejaVu Sans"/>
                <a:cs typeface="DejaVu Sans"/>
              </a:defRPr>
            </a:lvl9pPr>
          </a:lstStyle>
          <a:p xmlns:a="http://schemas.openxmlformats.org/drawingml/2006/main">
            <a:pPr algn="l">
              <a:buNone/>
              <a:defRPr sz="2025">
                <a:solidFill>
                  <a:srgbClr val="50665A"/>
                </a:solidFill>
                <a:latin typeface="DejaVu Sans"/>
                <a:ea typeface="DejaVu Sans"/>
                <a:cs typeface="DejaVu Sans"/>
              </a:defRPr>
            </a:pPr>
            <a:r>
              <a:rPr sz="2025">
                <a:solidFill>
                  <a:srgbClr val="50665A"/>
                </a:solidFill>
                <a:latin typeface="DejaVu Sans"/>
                <a:ea typeface="DejaVu Sans"/>
                <a:cs typeface="DejaVu Sans"/>
              </a:rPr>
              <a:t>Three image landing page and additive preparation of 26 accounts and 36 cases across roles.</a:t>
            </a:r>
          </a:p>
        </p:txBody>
      </p:sp>
      <p:sp>
        <p:nvSpPr>
          <p:cNvPr id="7" name="item-heading-2">
            <a:extLst xmlns:a="http://schemas.openxmlformats.org/drawingml/2006/main">
              <a:ext uri="{FF2B5EF4-FFF2-40B4-BE49-F238E27FC236}">
                <a16:creationId xmlns:a16="http://schemas.microsoft.com/office/drawing/2014/main" id="{822388D3-B075-43E9-96DF-712A95240C14}"/>
              </a:ext>
            </a:extLst>
          </p:cNvPr>
          <p:cNvSpPr>
            <a:spLocks xmlns:a="http://schemas.openxmlformats.org/drawingml/2006/main" noGrp="1"/>
          </p:cNvSpPr>
          <p:nvPr/>
        </p:nvSpPr>
        <p:spPr>
          <a:xfrm xmlns:a="http://schemas.openxmlformats.org/drawingml/2006/main">
            <a:off x="685800" y="45243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E25"/>
                </a:solidFill>
                <a:latin typeface="DejaVu Sans"/>
                <a:ea typeface="DejaVu Sans"/>
                <a:cs typeface="DejaVu Sans"/>
              </a:defRPr>
            </a:defPPr>
            <a:lvl1pPr algn="l">
              <a:buNone/>
              <a:defRPr sz="2250" b="1">
                <a:solidFill>
                  <a:srgbClr val="172E25"/>
                </a:solidFill>
                <a:latin typeface="DejaVu Sans"/>
                <a:ea typeface="DejaVu Sans"/>
                <a:cs typeface="DejaVu Sans"/>
              </a:defRPr>
            </a:lvl1pPr>
            <a:lvl2pPr algn="l">
              <a:buNone/>
              <a:defRPr sz="2250" b="1">
                <a:solidFill>
                  <a:srgbClr val="172E25"/>
                </a:solidFill>
                <a:latin typeface="DejaVu Sans"/>
                <a:ea typeface="DejaVu Sans"/>
                <a:cs typeface="DejaVu Sans"/>
              </a:defRPr>
            </a:lvl2pPr>
            <a:lvl3pPr algn="l">
              <a:buNone/>
              <a:defRPr sz="2250" b="1">
                <a:solidFill>
                  <a:srgbClr val="172E25"/>
                </a:solidFill>
                <a:latin typeface="DejaVu Sans"/>
                <a:ea typeface="DejaVu Sans"/>
                <a:cs typeface="DejaVu Sans"/>
              </a:defRPr>
            </a:lvl3pPr>
            <a:lvl4pPr algn="l">
              <a:buNone/>
              <a:defRPr sz="2250" b="1">
                <a:solidFill>
                  <a:srgbClr val="172E25"/>
                </a:solidFill>
                <a:latin typeface="DejaVu Sans"/>
                <a:ea typeface="DejaVu Sans"/>
                <a:cs typeface="DejaVu Sans"/>
              </a:defRPr>
            </a:lvl4pPr>
            <a:lvl5pPr algn="l">
              <a:buNone/>
              <a:defRPr sz="2250" b="1">
                <a:solidFill>
                  <a:srgbClr val="172E25"/>
                </a:solidFill>
                <a:latin typeface="DejaVu Sans"/>
                <a:ea typeface="DejaVu Sans"/>
                <a:cs typeface="DejaVu Sans"/>
              </a:defRPr>
            </a:lvl5pPr>
            <a:lvl6pPr algn="l">
              <a:buNone/>
              <a:defRPr sz="2250" b="1">
                <a:solidFill>
                  <a:srgbClr val="172E25"/>
                </a:solidFill>
                <a:latin typeface="DejaVu Sans"/>
                <a:ea typeface="DejaVu Sans"/>
                <a:cs typeface="DejaVu Sans"/>
              </a:defRPr>
            </a:lvl6pPr>
            <a:lvl7pPr algn="l">
              <a:buNone/>
              <a:defRPr sz="2250" b="1">
                <a:solidFill>
                  <a:srgbClr val="172E25"/>
                </a:solidFill>
                <a:latin typeface="DejaVu Sans"/>
                <a:ea typeface="DejaVu Sans"/>
                <a:cs typeface="DejaVu Sans"/>
              </a:defRPr>
            </a:lvl7pPr>
            <a:lvl8pPr algn="l">
              <a:buNone/>
              <a:defRPr sz="2250" b="1">
                <a:solidFill>
                  <a:srgbClr val="172E25"/>
                </a:solidFill>
                <a:latin typeface="DejaVu Sans"/>
                <a:ea typeface="DejaVu Sans"/>
                <a:cs typeface="DejaVu Sans"/>
              </a:defRPr>
            </a:lvl8pPr>
            <a:lvl9pPr algn="l">
              <a:buNone/>
              <a:defRPr sz="2250" b="1">
                <a:solidFill>
                  <a:srgbClr val="172E25"/>
                </a:solidFill>
                <a:latin typeface="DejaVu Sans"/>
                <a:ea typeface="DejaVu Sans"/>
                <a:cs typeface="DejaVu Sans"/>
              </a:defRPr>
            </a:lvl9pPr>
          </a:lstStyle>
          <a:p xmlns:a="http://schemas.openxmlformats.org/drawingml/2006/main">
            <a:pPr algn="l">
              <a:buNone/>
              <a:defRPr sz="2250" b="1">
                <a:solidFill>
                  <a:srgbClr val="172E25"/>
                </a:solidFill>
                <a:latin typeface="DejaVu Sans"/>
                <a:ea typeface="DejaVu Sans"/>
                <a:cs typeface="DejaVu Sans"/>
              </a:defRPr>
            </a:pPr>
            <a:r>
              <a:rPr sz="2250" b="1">
                <a:solidFill>
                  <a:srgbClr val="172E25"/>
                </a:solidFill>
                <a:latin typeface="DejaVu Sans"/>
                <a:ea typeface="DejaVu Sans"/>
                <a:cs typeface="DejaVu Sans"/>
              </a:rPr>
              <a:t>Current documentation and evidence</a:t>
            </a:r>
          </a:p>
        </p:txBody>
      </p:sp>
      <p:sp>
        <p:nvSpPr>
          <p:cNvPr id="8" name="item-body-2">
            <a:extLst xmlns:a="http://schemas.openxmlformats.org/drawingml/2006/main">
              <a:ext uri="{FF2B5EF4-FFF2-40B4-BE49-F238E27FC236}">
                <a16:creationId xmlns:a16="http://schemas.microsoft.com/office/drawing/2014/main" id="{DD636ADA-B13D-4FAE-8EC6-5AB65579D04E}"/>
              </a:ext>
            </a:extLst>
          </p:cNvPr>
          <p:cNvSpPr>
            <a:spLocks xmlns:a="http://schemas.openxmlformats.org/drawingml/2006/main" noGrp="1"/>
          </p:cNvSpPr>
          <p:nvPr/>
        </p:nvSpPr>
        <p:spPr>
          <a:xfrm xmlns:a="http://schemas.openxmlformats.org/drawingml/2006/main">
            <a:off x="685800" y="4914900"/>
            <a:ext cx="10668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a:solidFill>
                  <a:srgbClr val="50665A"/>
                </a:solidFill>
                <a:latin typeface="DejaVu Sans"/>
                <a:ea typeface="DejaVu Sans"/>
                <a:cs typeface="DejaVu Sans"/>
              </a:defRPr>
            </a:defPPr>
            <a:lvl1pPr algn="l">
              <a:buNone/>
              <a:defRPr sz="2025">
                <a:solidFill>
                  <a:srgbClr val="50665A"/>
                </a:solidFill>
                <a:latin typeface="DejaVu Sans"/>
                <a:ea typeface="DejaVu Sans"/>
                <a:cs typeface="DejaVu Sans"/>
              </a:defRPr>
            </a:lvl1pPr>
            <a:lvl2pPr algn="l">
              <a:buNone/>
              <a:defRPr sz="2025">
                <a:solidFill>
                  <a:srgbClr val="50665A"/>
                </a:solidFill>
                <a:latin typeface="DejaVu Sans"/>
                <a:ea typeface="DejaVu Sans"/>
                <a:cs typeface="DejaVu Sans"/>
              </a:defRPr>
            </a:lvl2pPr>
            <a:lvl3pPr algn="l">
              <a:buNone/>
              <a:defRPr sz="2025">
                <a:solidFill>
                  <a:srgbClr val="50665A"/>
                </a:solidFill>
                <a:latin typeface="DejaVu Sans"/>
                <a:ea typeface="DejaVu Sans"/>
                <a:cs typeface="DejaVu Sans"/>
              </a:defRPr>
            </a:lvl3pPr>
            <a:lvl4pPr algn="l">
              <a:buNone/>
              <a:defRPr sz="2025">
                <a:solidFill>
                  <a:srgbClr val="50665A"/>
                </a:solidFill>
                <a:latin typeface="DejaVu Sans"/>
                <a:ea typeface="DejaVu Sans"/>
                <a:cs typeface="DejaVu Sans"/>
              </a:defRPr>
            </a:lvl4pPr>
            <a:lvl5pPr algn="l">
              <a:buNone/>
              <a:defRPr sz="2025">
                <a:solidFill>
                  <a:srgbClr val="50665A"/>
                </a:solidFill>
                <a:latin typeface="DejaVu Sans"/>
                <a:ea typeface="DejaVu Sans"/>
                <a:cs typeface="DejaVu Sans"/>
              </a:defRPr>
            </a:lvl5pPr>
            <a:lvl6pPr algn="l">
              <a:buNone/>
              <a:defRPr sz="2025">
                <a:solidFill>
                  <a:srgbClr val="50665A"/>
                </a:solidFill>
                <a:latin typeface="DejaVu Sans"/>
                <a:ea typeface="DejaVu Sans"/>
                <a:cs typeface="DejaVu Sans"/>
              </a:defRPr>
            </a:lvl6pPr>
            <a:lvl7pPr algn="l">
              <a:buNone/>
              <a:defRPr sz="2025">
                <a:solidFill>
                  <a:srgbClr val="50665A"/>
                </a:solidFill>
                <a:latin typeface="DejaVu Sans"/>
                <a:ea typeface="DejaVu Sans"/>
                <a:cs typeface="DejaVu Sans"/>
              </a:defRPr>
            </a:lvl7pPr>
            <a:lvl8pPr algn="l">
              <a:buNone/>
              <a:defRPr sz="2025">
                <a:solidFill>
                  <a:srgbClr val="50665A"/>
                </a:solidFill>
                <a:latin typeface="DejaVu Sans"/>
                <a:ea typeface="DejaVu Sans"/>
                <a:cs typeface="DejaVu Sans"/>
              </a:defRPr>
            </a:lvl8pPr>
            <a:lvl9pPr algn="l">
              <a:buNone/>
              <a:defRPr sz="2025">
                <a:solidFill>
                  <a:srgbClr val="50665A"/>
                </a:solidFill>
                <a:latin typeface="DejaVu Sans"/>
                <a:ea typeface="DejaVu Sans"/>
                <a:cs typeface="DejaVu Sans"/>
              </a:defRPr>
            </a:lvl9pPr>
          </a:lstStyle>
          <a:p xmlns:a="http://schemas.openxmlformats.org/drawingml/2006/main">
            <a:pPr algn="l">
              <a:buNone/>
              <a:defRPr sz="2025">
                <a:solidFill>
                  <a:srgbClr val="50665A"/>
                </a:solidFill>
                <a:latin typeface="DejaVu Sans"/>
                <a:ea typeface="DejaVu Sans"/>
                <a:cs typeface="DejaVu Sans"/>
              </a:defRPr>
            </a:pPr>
            <a:r>
              <a:rPr sz="2025">
                <a:solidFill>
                  <a:srgbClr val="50665A"/>
                </a:solidFill>
                <a:latin typeface="DejaVu Sans"/>
                <a:ea typeface="DejaVu Sans"/>
                <a:cs typeface="DejaVu Sans"/>
              </a:rPr>
              <a:t>Report, SRS, PID, ADD, manuals and repository describe application 1.0.4 and its recorded checks.</a:t>
            </a:r>
          </a:p>
        </p:txBody>
      </p:sp>
    </p:spTree>
    <p:extLst>
      <p:ext uri="{BB962C8B-B14F-4D97-AF65-F5344CB8AC3E}">
        <p14:creationId xmlns:p14="http://schemas.microsoft.com/office/powerpoint/2010/main" val="13792420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101177E4-F7E6-4F64-A8BA-DA581DC197CF}"/>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Deployment and operational setup</a:t>
            </a:r>
          </a:p>
        </p:txBody>
      </p:sp>
      <p:sp>
        <p:nvSpPr>
          <p:cNvPr id="2" name="page">
            <a:extLst xmlns:a="http://schemas.openxmlformats.org/drawingml/2006/main">
              <a:ext uri="{FF2B5EF4-FFF2-40B4-BE49-F238E27FC236}">
                <a16:creationId xmlns:a16="http://schemas.microsoft.com/office/drawing/2014/main" id="{9110CF4A-B80B-4AFB-91A0-C4A96AF5D3D4}"/>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16</a:t>
            </a:r>
          </a:p>
        </p:txBody>
      </p:sp>
      <p:sp>
        <p:nvSpPr>
          <p:cNvPr id="3" name="item-heading-0">
            <a:extLst xmlns:a="http://schemas.openxmlformats.org/drawingml/2006/main">
              <a:ext uri="{FF2B5EF4-FFF2-40B4-BE49-F238E27FC236}">
                <a16:creationId xmlns:a16="http://schemas.microsoft.com/office/drawing/2014/main" id="{82FE75A8-2C26-4A34-807A-8E987C5501CA}"/>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New host location and database</a:t>
            </a:r>
          </a:p>
        </p:txBody>
      </p:sp>
      <p:sp>
        <p:nvSpPr>
          <p:cNvPr id="4" name="item-body-0">
            <a:extLst xmlns:a="http://schemas.openxmlformats.org/drawingml/2006/main">
              <a:ext uri="{FF2B5EF4-FFF2-40B4-BE49-F238E27FC236}">
                <a16:creationId xmlns:a16="http://schemas.microsoft.com/office/drawing/2014/main" id="{53847A33-E7B5-45EF-9234-316C72312CAB}"/>
              </a:ext>
            </a:extLst>
          </p:cNvPr>
          <p:cNvSpPr>
            <a:spLocks xmlns:a="http://schemas.openxmlformats.org/drawingml/2006/main" noGrp="1"/>
          </p:cNvSpPr>
          <p:nvPr/>
        </p:nvSpPr>
        <p:spPr>
          <a:xfrm xmlns:a="http://schemas.openxmlformats.org/drawingml/2006/main">
            <a:off x="685800" y="2152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PHP extensions, valid TLS, private writable storage and a fresh schema.</a:t>
            </a:r>
          </a:p>
        </p:txBody>
      </p:sp>
      <p:sp>
        <p:nvSpPr>
          <p:cNvPr id="5" name="item-heading-1">
            <a:extLst xmlns:a="http://schemas.openxmlformats.org/drawingml/2006/main">
              <a:ext uri="{FF2B5EF4-FFF2-40B4-BE49-F238E27FC236}">
                <a16:creationId xmlns:a16="http://schemas.microsoft.com/office/drawing/2014/main" id="{C6BBD907-31D8-4043-9C9F-F3E35BAE1F24}"/>
              </a:ext>
            </a:extLst>
          </p:cNvPr>
          <p:cNvSpPr>
            <a:spLocks xmlns:a="http://schemas.openxmlformats.org/drawingml/2006/main" noGrp="1"/>
          </p:cNvSpPr>
          <p:nvPr/>
        </p:nvSpPr>
        <p:spPr>
          <a:xfrm xmlns:a="http://schemas.openxmlformats.org/drawingml/2006/main">
            <a:off x="685800" y="2828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Locked installation</a:t>
            </a:r>
          </a:p>
        </p:txBody>
      </p:sp>
      <p:sp>
        <p:nvSpPr>
          <p:cNvPr id="6" name="item-body-1">
            <a:extLst xmlns:a="http://schemas.openxmlformats.org/drawingml/2006/main">
              <a:ext uri="{FF2B5EF4-FFF2-40B4-BE49-F238E27FC236}">
                <a16:creationId xmlns:a16="http://schemas.microsoft.com/office/drawing/2014/main" id="{DA2E8E3F-0714-47CD-A20D-37F432FA541B}"/>
              </a:ext>
            </a:extLst>
          </p:cNvPr>
          <p:cNvSpPr>
            <a:spLocks xmlns:a="http://schemas.openxmlformats.org/drawingml/2006/main" noGrp="1"/>
          </p:cNvSpPr>
          <p:nvPr/>
        </p:nvSpPr>
        <p:spPr>
          <a:xfrm xmlns:a="http://schemas.openxmlformats.org/drawingml/2006/main">
            <a:off x="685800" y="3219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a:solidFill>
                  <a:srgbClr val="50665A"/>
                </a:solidFill>
                <a:latin typeface="DejaVu Sans"/>
                <a:ea typeface="DejaVu Sans"/>
                <a:cs typeface="DejaVu Sans"/>
              </a:defRPr>
            </a:defPPr>
            <a:lvl1pPr algn="l">
              <a:buNone/>
              <a:defRPr sz="1950">
                <a:solidFill>
                  <a:srgbClr val="50665A"/>
                </a:solidFill>
                <a:latin typeface="DejaVu Sans"/>
                <a:ea typeface="DejaVu Sans"/>
                <a:cs typeface="DejaVu Sans"/>
              </a:defRPr>
            </a:lvl1pPr>
            <a:lvl2pPr algn="l">
              <a:buNone/>
              <a:defRPr sz="1950">
                <a:solidFill>
                  <a:srgbClr val="50665A"/>
                </a:solidFill>
                <a:latin typeface="DejaVu Sans"/>
                <a:ea typeface="DejaVu Sans"/>
                <a:cs typeface="DejaVu Sans"/>
              </a:defRPr>
            </a:lvl2pPr>
            <a:lvl3pPr algn="l">
              <a:buNone/>
              <a:defRPr sz="1950">
                <a:solidFill>
                  <a:srgbClr val="50665A"/>
                </a:solidFill>
                <a:latin typeface="DejaVu Sans"/>
                <a:ea typeface="DejaVu Sans"/>
                <a:cs typeface="DejaVu Sans"/>
              </a:defRPr>
            </a:lvl3pPr>
            <a:lvl4pPr algn="l">
              <a:buNone/>
              <a:defRPr sz="1950">
                <a:solidFill>
                  <a:srgbClr val="50665A"/>
                </a:solidFill>
                <a:latin typeface="DejaVu Sans"/>
                <a:ea typeface="DejaVu Sans"/>
                <a:cs typeface="DejaVu Sans"/>
              </a:defRPr>
            </a:lvl4pPr>
            <a:lvl5pPr algn="l">
              <a:buNone/>
              <a:defRPr sz="1950">
                <a:solidFill>
                  <a:srgbClr val="50665A"/>
                </a:solidFill>
                <a:latin typeface="DejaVu Sans"/>
                <a:ea typeface="DejaVu Sans"/>
                <a:cs typeface="DejaVu Sans"/>
              </a:defRPr>
            </a:lvl5pPr>
            <a:lvl6pPr algn="l">
              <a:buNone/>
              <a:defRPr sz="1950">
                <a:solidFill>
                  <a:srgbClr val="50665A"/>
                </a:solidFill>
                <a:latin typeface="DejaVu Sans"/>
                <a:ea typeface="DejaVu Sans"/>
                <a:cs typeface="DejaVu Sans"/>
              </a:defRPr>
            </a:lvl6pPr>
            <a:lvl7pPr algn="l">
              <a:buNone/>
              <a:defRPr sz="1950">
                <a:solidFill>
                  <a:srgbClr val="50665A"/>
                </a:solidFill>
                <a:latin typeface="DejaVu Sans"/>
                <a:ea typeface="DejaVu Sans"/>
                <a:cs typeface="DejaVu Sans"/>
              </a:defRPr>
            </a:lvl7pPr>
            <a:lvl8pPr algn="l">
              <a:buNone/>
              <a:defRPr sz="1950">
                <a:solidFill>
                  <a:srgbClr val="50665A"/>
                </a:solidFill>
                <a:latin typeface="DejaVu Sans"/>
                <a:ea typeface="DejaVu Sans"/>
                <a:cs typeface="DejaVu Sans"/>
              </a:defRPr>
            </a:lvl8pPr>
            <a:lvl9pPr algn="l">
              <a:buNone/>
              <a:defRPr sz="1950">
                <a:solidFill>
                  <a:srgbClr val="50665A"/>
                </a:solidFill>
                <a:latin typeface="DejaVu Sans"/>
                <a:ea typeface="DejaVu Sans"/>
                <a:cs typeface="DejaVu Sans"/>
              </a:defRPr>
            </a:lvl9pPr>
          </a:lstStyle>
          <a:p xmlns:a="http://schemas.openxmlformats.org/drawingml/2006/main">
            <a:pPr algn="l">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Generate a private setup key locally, use the exact base URL and choose your administrator.</a:t>
            </a:r>
          </a:p>
        </p:txBody>
      </p:sp>
      <p:sp>
        <p:nvSpPr>
          <p:cNvPr id="7" name="item-heading-2">
            <a:extLst xmlns:a="http://schemas.openxmlformats.org/drawingml/2006/main">
              <a:ext uri="{FF2B5EF4-FFF2-40B4-BE49-F238E27FC236}">
                <a16:creationId xmlns:a16="http://schemas.microsoft.com/office/drawing/2014/main" id="{CE778B0A-306E-431B-91AA-0BAA08FB89FE}"/>
              </a:ext>
            </a:extLst>
          </p:cNvPr>
          <p:cNvSpPr>
            <a:spLocks xmlns:a="http://schemas.openxmlformats.org/drawingml/2006/main" noGrp="1"/>
          </p:cNvSpPr>
          <p:nvPr/>
        </p:nvSpPr>
        <p:spPr>
          <a:xfrm xmlns:a="http://schemas.openxmlformats.org/drawingml/2006/main">
            <a:off x="685800" y="38957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Configured service operations</a:t>
            </a:r>
          </a:p>
        </p:txBody>
      </p:sp>
      <p:sp>
        <p:nvSpPr>
          <p:cNvPr id="8" name="item-body-2">
            <a:extLst xmlns:a="http://schemas.openxmlformats.org/drawingml/2006/main">
              <a:ext uri="{FF2B5EF4-FFF2-40B4-BE49-F238E27FC236}">
                <a16:creationId xmlns:a16="http://schemas.microsoft.com/office/drawing/2014/main" id="{FB5F66FD-CB81-400D-8DD3-DBB4A7ABDBFC}"/>
              </a:ext>
            </a:extLst>
          </p:cNvPr>
          <p:cNvSpPr>
            <a:spLocks xmlns:a="http://schemas.openxmlformats.org/drawingml/2006/main" noGrp="1"/>
          </p:cNvSpPr>
          <p:nvPr/>
        </p:nvSpPr>
        <p:spPr>
          <a:xfrm xmlns:a="http://schemas.openxmlformats.org/drawingml/2006/main">
            <a:off x="685800" y="42862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Review departments, permissions, requirements, fees, targets and notices.</a:t>
            </a:r>
          </a:p>
        </p:txBody>
      </p:sp>
      <p:sp>
        <p:nvSpPr>
          <p:cNvPr id="9" name="item-heading-3">
            <a:extLst xmlns:a="http://schemas.openxmlformats.org/drawingml/2006/main">
              <a:ext uri="{FF2B5EF4-FFF2-40B4-BE49-F238E27FC236}">
                <a16:creationId xmlns:a16="http://schemas.microsoft.com/office/drawing/2014/main" id="{301B2158-8D69-4B03-992F-F5BE54EC2950}"/>
              </a:ext>
            </a:extLst>
          </p:cNvPr>
          <p:cNvSpPr>
            <a:spLocks xmlns:a="http://schemas.openxmlformats.org/drawingml/2006/main" noGrp="1"/>
          </p:cNvSpPr>
          <p:nvPr/>
        </p:nvSpPr>
        <p:spPr>
          <a:xfrm xmlns:a="http://schemas.openxmlformats.org/drawingml/2006/main">
            <a:off x="685800" y="49625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Hosted acceptance and maintenance</a:t>
            </a:r>
          </a:p>
        </p:txBody>
      </p:sp>
      <p:sp>
        <p:nvSpPr>
          <p:cNvPr id="10" name="item-body-3">
            <a:extLst xmlns:a="http://schemas.openxmlformats.org/drawingml/2006/main">
              <a:ext uri="{FF2B5EF4-FFF2-40B4-BE49-F238E27FC236}">
                <a16:creationId xmlns:a16="http://schemas.microsoft.com/office/drawing/2014/main" id="{D71A05F2-6BF0-4CD8-980C-38C859FEDF90}"/>
              </a:ext>
            </a:extLst>
          </p:cNvPr>
          <p:cNvSpPr>
            <a:spLocks xmlns:a="http://schemas.openxmlformats.org/drawingml/2006/main" noGrp="1"/>
          </p:cNvSpPr>
          <p:nvPr/>
        </p:nvSpPr>
        <p:spPr>
          <a:xfrm xmlns:a="http://schemas.openxmlformats.org/drawingml/2006/main">
            <a:off x="685800" y="535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Verify providers, cron and private routes, then prove backup restoration.</a:t>
            </a:r>
          </a:p>
        </p:txBody>
      </p:sp>
    </p:spTree>
    <p:extLst>
      <p:ext uri="{BB962C8B-B14F-4D97-AF65-F5344CB8AC3E}">
        <p14:creationId xmlns:p14="http://schemas.microsoft.com/office/powerpoint/2010/main" val="10970554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24D991F4-2323-43CC-B618-9C0DC9F2F70A}"/>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Demonstration sequence</a:t>
            </a:r>
          </a:p>
        </p:txBody>
      </p:sp>
      <p:sp>
        <p:nvSpPr>
          <p:cNvPr id="2" name="page">
            <a:extLst xmlns:a="http://schemas.openxmlformats.org/drawingml/2006/main">
              <a:ext uri="{FF2B5EF4-FFF2-40B4-BE49-F238E27FC236}">
                <a16:creationId xmlns:a16="http://schemas.microsoft.com/office/drawing/2014/main" id="{8C986BE1-17DF-44FF-A35D-03BEFD11FCC8}"/>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17</a:t>
            </a:r>
          </a:p>
        </p:txBody>
      </p:sp>
      <p:sp>
        <p:nvSpPr>
          <p:cNvPr id="3" name="item-heading-0">
            <a:extLst xmlns:a="http://schemas.openxmlformats.org/drawingml/2006/main">
              <a:ext uri="{FF2B5EF4-FFF2-40B4-BE49-F238E27FC236}">
                <a16:creationId xmlns:a16="http://schemas.microsoft.com/office/drawing/2014/main" id="{E37401EE-CE0A-4C12-939F-BDEF896674A1}"/>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Citizen submission and officer review</a:t>
            </a:r>
          </a:p>
        </p:txBody>
      </p:sp>
      <p:sp>
        <p:nvSpPr>
          <p:cNvPr id="4" name="item-body-0">
            <a:extLst xmlns:a="http://schemas.openxmlformats.org/drawingml/2006/main">
              <a:ext uri="{FF2B5EF4-FFF2-40B4-BE49-F238E27FC236}">
                <a16:creationId xmlns:a16="http://schemas.microsoft.com/office/drawing/2014/main" id="{B8786DC4-5924-4E3C-8984-192D5A62A4B0}"/>
              </a:ext>
            </a:extLst>
          </p:cNvPr>
          <p:cNvSpPr>
            <a:spLocks xmlns:a="http://schemas.openxmlformats.org/drawingml/2006/main" noGrp="1"/>
          </p:cNvSpPr>
          <p:nvPr/>
        </p:nvSpPr>
        <p:spPr>
          <a:xfrm xmlns:a="http://schemas.openxmlformats.org/drawingml/2006/main">
            <a:off x="685800" y="21526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Create a complaint, request details and return a citizen reply.</a:t>
            </a:r>
          </a:p>
        </p:txBody>
      </p:sp>
      <p:sp>
        <p:nvSpPr>
          <p:cNvPr id="5" name="item-heading-1">
            <a:extLst xmlns:a="http://schemas.openxmlformats.org/drawingml/2006/main">
              <a:ext uri="{FF2B5EF4-FFF2-40B4-BE49-F238E27FC236}">
                <a16:creationId xmlns:a16="http://schemas.microsoft.com/office/drawing/2014/main" id="{D3BA93AA-217A-41D0-9E60-25C0684BBB80}"/>
              </a:ext>
            </a:extLst>
          </p:cNvPr>
          <p:cNvSpPr>
            <a:spLocks xmlns:a="http://schemas.openxmlformats.org/drawingml/2006/main" noGrp="1"/>
          </p:cNvSpPr>
          <p:nvPr/>
        </p:nvSpPr>
        <p:spPr>
          <a:xfrm xmlns:a="http://schemas.openxmlformats.org/drawingml/2006/main">
            <a:off x="685800" y="28289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Permit and private evidence</a:t>
            </a:r>
          </a:p>
        </p:txBody>
      </p:sp>
      <p:sp>
        <p:nvSpPr>
          <p:cNvPr id="6" name="item-body-1">
            <a:extLst xmlns:a="http://schemas.openxmlformats.org/drawingml/2006/main">
              <a:ext uri="{FF2B5EF4-FFF2-40B4-BE49-F238E27FC236}">
                <a16:creationId xmlns:a16="http://schemas.microsoft.com/office/drawing/2014/main" id="{0F484B2F-AC3B-45B8-99F0-DD2B3AB32F8F}"/>
              </a:ext>
            </a:extLst>
          </p:cNvPr>
          <p:cNvSpPr>
            <a:spLocks xmlns:a="http://schemas.openxmlformats.org/drawingml/2006/main" noGrp="1"/>
          </p:cNvSpPr>
          <p:nvPr/>
        </p:nvSpPr>
        <p:spPr>
          <a:xfrm xmlns:a="http://schemas.openxmlformats.org/drawingml/2006/main">
            <a:off x="685800" y="3219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Upload a harmless PDF, record approval and show public verification.</a:t>
            </a:r>
          </a:p>
        </p:txBody>
      </p:sp>
      <p:sp>
        <p:nvSpPr>
          <p:cNvPr id="7" name="item-heading-2">
            <a:extLst xmlns:a="http://schemas.openxmlformats.org/drawingml/2006/main">
              <a:ext uri="{FF2B5EF4-FFF2-40B4-BE49-F238E27FC236}">
                <a16:creationId xmlns:a16="http://schemas.microsoft.com/office/drawing/2014/main" id="{381BE746-0B71-4F2A-B32E-84B77375B64F}"/>
              </a:ext>
            </a:extLst>
          </p:cNvPr>
          <p:cNvSpPr>
            <a:spLocks xmlns:a="http://schemas.openxmlformats.org/drawingml/2006/main" noGrp="1"/>
          </p:cNvSpPr>
          <p:nvPr/>
        </p:nvSpPr>
        <p:spPr>
          <a:xfrm xmlns:a="http://schemas.openxmlformats.org/drawingml/2006/main">
            <a:off x="685800" y="38957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Direct access denial</a:t>
            </a:r>
          </a:p>
        </p:txBody>
      </p:sp>
      <p:sp>
        <p:nvSpPr>
          <p:cNvPr id="8" name="item-body-2">
            <a:extLst xmlns:a="http://schemas.openxmlformats.org/drawingml/2006/main">
              <a:ext uri="{FF2B5EF4-FFF2-40B4-BE49-F238E27FC236}">
                <a16:creationId xmlns:a16="http://schemas.microsoft.com/office/drawing/2014/main" id="{531B6A18-8C99-4D8E-8753-A551CF2E6B79}"/>
              </a:ext>
            </a:extLst>
          </p:cNvPr>
          <p:cNvSpPr>
            <a:spLocks xmlns:a="http://schemas.openxmlformats.org/drawingml/2006/main" noGrp="1"/>
          </p:cNvSpPr>
          <p:nvPr/>
        </p:nvSpPr>
        <p:spPr>
          <a:xfrm xmlns:a="http://schemas.openxmlformats.org/drawingml/2006/main">
            <a:off x="685800" y="42862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Try another citizen and unrelated department, including an attachment URL.</a:t>
            </a:r>
          </a:p>
        </p:txBody>
      </p:sp>
      <p:sp>
        <p:nvSpPr>
          <p:cNvPr id="9" name="item-heading-3">
            <a:extLst xmlns:a="http://schemas.openxmlformats.org/drawingml/2006/main">
              <a:ext uri="{FF2B5EF4-FFF2-40B4-BE49-F238E27FC236}">
                <a16:creationId xmlns:a16="http://schemas.microsoft.com/office/drawing/2014/main" id="{9A3B973F-17CD-4C7F-8941-E0184CED908B}"/>
              </a:ext>
            </a:extLst>
          </p:cNvPr>
          <p:cNvSpPr>
            <a:spLocks xmlns:a="http://schemas.openxmlformats.org/drawingml/2006/main" noGrp="1"/>
          </p:cNvSpPr>
          <p:nvPr/>
        </p:nvSpPr>
        <p:spPr>
          <a:xfrm xmlns:a="http://schemas.openxmlformats.org/drawingml/2006/main">
            <a:off x="685800" y="49625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72E25"/>
                </a:solidFill>
                <a:latin typeface="DejaVu Sans"/>
                <a:ea typeface="DejaVu Sans"/>
                <a:cs typeface="DejaVu Sans"/>
              </a:defRPr>
            </a:defPPr>
            <a:lvl1pPr>
              <a:buNone/>
              <a:defRPr sz="2175" b="1">
                <a:solidFill>
                  <a:srgbClr val="172E25"/>
                </a:solidFill>
                <a:latin typeface="DejaVu Sans"/>
                <a:ea typeface="DejaVu Sans"/>
                <a:cs typeface="DejaVu Sans"/>
              </a:defRPr>
            </a:lvl1pPr>
            <a:lvl2pPr>
              <a:buNone/>
              <a:defRPr sz="2175" b="1">
                <a:solidFill>
                  <a:srgbClr val="172E25"/>
                </a:solidFill>
                <a:latin typeface="DejaVu Sans"/>
                <a:ea typeface="DejaVu Sans"/>
                <a:cs typeface="DejaVu Sans"/>
              </a:defRPr>
            </a:lvl2pPr>
            <a:lvl3pPr>
              <a:buNone/>
              <a:defRPr sz="2175" b="1">
                <a:solidFill>
                  <a:srgbClr val="172E25"/>
                </a:solidFill>
                <a:latin typeface="DejaVu Sans"/>
                <a:ea typeface="DejaVu Sans"/>
                <a:cs typeface="DejaVu Sans"/>
              </a:defRPr>
            </a:lvl3pPr>
            <a:lvl4pPr>
              <a:buNone/>
              <a:defRPr sz="2175" b="1">
                <a:solidFill>
                  <a:srgbClr val="172E25"/>
                </a:solidFill>
                <a:latin typeface="DejaVu Sans"/>
                <a:ea typeface="DejaVu Sans"/>
                <a:cs typeface="DejaVu Sans"/>
              </a:defRPr>
            </a:lvl4pPr>
            <a:lvl5pPr>
              <a:buNone/>
              <a:defRPr sz="2175" b="1">
                <a:solidFill>
                  <a:srgbClr val="172E25"/>
                </a:solidFill>
                <a:latin typeface="DejaVu Sans"/>
                <a:ea typeface="DejaVu Sans"/>
                <a:cs typeface="DejaVu Sans"/>
              </a:defRPr>
            </a:lvl5pPr>
            <a:lvl6pPr>
              <a:buNone/>
              <a:defRPr sz="2175" b="1">
                <a:solidFill>
                  <a:srgbClr val="172E25"/>
                </a:solidFill>
                <a:latin typeface="DejaVu Sans"/>
                <a:ea typeface="DejaVu Sans"/>
                <a:cs typeface="DejaVu Sans"/>
              </a:defRPr>
            </a:lvl6pPr>
            <a:lvl7pPr>
              <a:buNone/>
              <a:defRPr sz="2175" b="1">
                <a:solidFill>
                  <a:srgbClr val="172E25"/>
                </a:solidFill>
                <a:latin typeface="DejaVu Sans"/>
                <a:ea typeface="DejaVu Sans"/>
                <a:cs typeface="DejaVu Sans"/>
              </a:defRPr>
            </a:lvl7pPr>
            <a:lvl8pPr>
              <a:buNone/>
              <a:defRPr sz="2175" b="1">
                <a:solidFill>
                  <a:srgbClr val="172E25"/>
                </a:solidFill>
                <a:latin typeface="DejaVu Sans"/>
                <a:ea typeface="DejaVu Sans"/>
                <a:cs typeface="DejaVu Sans"/>
              </a:defRPr>
            </a:lvl8pPr>
            <a:lvl9pPr>
              <a:buNone/>
              <a:defRPr sz="2175" b="1">
                <a:solidFill>
                  <a:srgbClr val="172E25"/>
                </a:solidFill>
                <a:latin typeface="DejaVu Sans"/>
                <a:ea typeface="DejaVu Sans"/>
                <a:cs typeface="DejaVu Sans"/>
              </a:defRPr>
            </a:lvl9pPr>
          </a:lstStyle>
          <a:p xmlns:a="http://schemas.openxmlformats.org/drawingml/2006/main">
            <a:pPr>
              <a:buNone/>
              <a:defRPr sz="2175" b="1">
                <a:solidFill>
                  <a:srgbClr val="172E25"/>
                </a:solidFill>
                <a:latin typeface="DejaVu Sans"/>
                <a:ea typeface="DejaVu Sans"/>
                <a:cs typeface="DejaVu Sans"/>
              </a:defRPr>
            </a:pPr>
            <a:r>
              <a:rPr sz="2175" b="1">
                <a:solidFill>
                  <a:srgbClr val="172E25"/>
                </a:solidFill>
                <a:latin typeface="DejaVu Sans"/>
                <a:ea typeface="DejaVu Sans"/>
                <a:cs typeface="DejaVu Sans"/>
              </a:rPr>
              <a:t>Communication and oversight</a:t>
            </a:r>
          </a:p>
        </p:txBody>
      </p:sp>
      <p:sp>
        <p:nvSpPr>
          <p:cNvPr id="10" name="item-body-3">
            <a:extLst xmlns:a="http://schemas.openxmlformats.org/drawingml/2006/main">
              <a:ext uri="{FF2B5EF4-FFF2-40B4-BE49-F238E27FC236}">
                <a16:creationId xmlns:a16="http://schemas.microsoft.com/office/drawing/2014/main" id="{EF3E57F8-3065-4419-BFA7-5E830F44CCDF}"/>
              </a:ext>
            </a:extLst>
          </p:cNvPr>
          <p:cNvSpPr>
            <a:spLocks xmlns:a="http://schemas.openxmlformats.org/drawingml/2006/main" noGrp="1"/>
          </p:cNvSpPr>
          <p:nvPr/>
        </p:nvSpPr>
        <p:spPr>
          <a:xfrm xmlns:a="http://schemas.openxmlformats.org/drawingml/2006/main">
            <a:off x="685800" y="535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a:solidFill>
                  <a:srgbClr val="50665A"/>
                </a:solidFill>
                <a:latin typeface="DejaVu Sans"/>
                <a:ea typeface="DejaVu Sans"/>
                <a:cs typeface="DejaVu Sans"/>
              </a:defRPr>
            </a:defPPr>
            <a:lvl1pPr>
              <a:buNone/>
              <a:defRPr sz="1950">
                <a:solidFill>
                  <a:srgbClr val="50665A"/>
                </a:solidFill>
                <a:latin typeface="DejaVu Sans"/>
                <a:ea typeface="DejaVu Sans"/>
                <a:cs typeface="DejaVu Sans"/>
              </a:defRPr>
            </a:lvl1pPr>
            <a:lvl2pPr>
              <a:buNone/>
              <a:defRPr sz="1950">
                <a:solidFill>
                  <a:srgbClr val="50665A"/>
                </a:solidFill>
                <a:latin typeface="DejaVu Sans"/>
                <a:ea typeface="DejaVu Sans"/>
                <a:cs typeface="DejaVu Sans"/>
              </a:defRPr>
            </a:lvl2pPr>
            <a:lvl3pPr>
              <a:buNone/>
              <a:defRPr sz="1950">
                <a:solidFill>
                  <a:srgbClr val="50665A"/>
                </a:solidFill>
                <a:latin typeface="DejaVu Sans"/>
                <a:ea typeface="DejaVu Sans"/>
                <a:cs typeface="DejaVu Sans"/>
              </a:defRPr>
            </a:lvl3pPr>
            <a:lvl4pPr>
              <a:buNone/>
              <a:defRPr sz="1950">
                <a:solidFill>
                  <a:srgbClr val="50665A"/>
                </a:solidFill>
                <a:latin typeface="DejaVu Sans"/>
                <a:ea typeface="DejaVu Sans"/>
                <a:cs typeface="DejaVu Sans"/>
              </a:defRPr>
            </a:lvl4pPr>
            <a:lvl5pPr>
              <a:buNone/>
              <a:defRPr sz="1950">
                <a:solidFill>
                  <a:srgbClr val="50665A"/>
                </a:solidFill>
                <a:latin typeface="DejaVu Sans"/>
                <a:ea typeface="DejaVu Sans"/>
                <a:cs typeface="DejaVu Sans"/>
              </a:defRPr>
            </a:lvl5pPr>
            <a:lvl6pPr>
              <a:buNone/>
              <a:defRPr sz="1950">
                <a:solidFill>
                  <a:srgbClr val="50665A"/>
                </a:solidFill>
                <a:latin typeface="DejaVu Sans"/>
                <a:ea typeface="DejaVu Sans"/>
                <a:cs typeface="DejaVu Sans"/>
              </a:defRPr>
            </a:lvl6pPr>
            <a:lvl7pPr>
              <a:buNone/>
              <a:defRPr sz="1950">
                <a:solidFill>
                  <a:srgbClr val="50665A"/>
                </a:solidFill>
                <a:latin typeface="DejaVu Sans"/>
                <a:ea typeface="DejaVu Sans"/>
                <a:cs typeface="DejaVu Sans"/>
              </a:defRPr>
            </a:lvl7pPr>
            <a:lvl8pPr>
              <a:buNone/>
              <a:defRPr sz="1950">
                <a:solidFill>
                  <a:srgbClr val="50665A"/>
                </a:solidFill>
                <a:latin typeface="DejaVu Sans"/>
                <a:ea typeface="DejaVu Sans"/>
                <a:cs typeface="DejaVu Sans"/>
              </a:defRPr>
            </a:lvl8pPr>
            <a:lvl9pPr>
              <a:buNone/>
              <a:defRPr sz="1950">
                <a:solidFill>
                  <a:srgbClr val="50665A"/>
                </a:solidFill>
                <a:latin typeface="DejaVu Sans"/>
                <a:ea typeface="DejaVu Sans"/>
                <a:cs typeface="DejaVu Sans"/>
              </a:defRPr>
            </a:lvl9pPr>
          </a:lstStyle>
          <a:p xmlns:a="http://schemas.openxmlformats.org/drawingml/2006/main">
            <a:pPr>
              <a:buNone/>
              <a:defRPr sz="1950">
                <a:solidFill>
                  <a:srgbClr val="50665A"/>
                </a:solidFill>
                <a:latin typeface="DejaVu Sans"/>
                <a:ea typeface="DejaVu Sans"/>
                <a:cs typeface="DejaVu Sans"/>
              </a:defRPr>
            </a:pPr>
            <a:r>
              <a:rPr sz="1950">
                <a:solidFill>
                  <a:srgbClr val="50665A"/>
                </a:solidFill>
                <a:latin typeface="DejaVu Sans"/>
                <a:ea typeface="DejaVu Sans"/>
                <a:cs typeface="DejaVu Sans"/>
              </a:rPr>
              <a:t>Show accurate outbox state, local guidance, reports and test evidence.</a:t>
            </a:r>
          </a:p>
        </p:txBody>
      </p:sp>
    </p:spTree>
    <p:extLst>
      <p:ext uri="{BB962C8B-B14F-4D97-AF65-F5344CB8AC3E}">
        <p14:creationId xmlns:p14="http://schemas.microsoft.com/office/powerpoint/2010/main" val="15019427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A46E9F8-8597-4C98-9CD9-C065B829449F}"/>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Limitations and further evaluation</a:t>
            </a:r>
          </a:p>
        </p:txBody>
      </p:sp>
      <p:sp>
        <p:nvSpPr>
          <p:cNvPr id="2" name="page">
            <a:extLst xmlns:a="http://schemas.openxmlformats.org/drawingml/2006/main">
              <a:ext uri="{FF2B5EF4-FFF2-40B4-BE49-F238E27FC236}">
                <a16:creationId xmlns:a16="http://schemas.microsoft.com/office/drawing/2014/main" id="{E98BEE6A-64DB-4786-885E-77058C162605}"/>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18</a:t>
            </a:r>
          </a:p>
        </p:txBody>
      </p:sp>
      <p:sp>
        <p:nvSpPr>
          <p:cNvPr id="3" name="item-heading-0">
            <a:extLst xmlns:a="http://schemas.openxmlformats.org/drawingml/2006/main">
              <a:ext uri="{FF2B5EF4-FFF2-40B4-BE49-F238E27FC236}">
                <a16:creationId xmlns:a16="http://schemas.microsoft.com/office/drawing/2014/main" id="{C946FB93-7BE6-400E-813C-D8BDA4ABBAEF}"/>
              </a:ext>
            </a:extLst>
          </p:cNvPr>
          <p:cNvSpPr>
            <a:spLocks xmlns:a="http://schemas.openxmlformats.org/drawingml/2006/main" noGrp="1"/>
          </p:cNvSpPr>
          <p:nvPr/>
        </p:nvSpPr>
        <p:spPr>
          <a:xfrm xmlns:a="http://schemas.openxmlformats.org/drawingml/2006/main">
            <a:off x="685800" y="1762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E25"/>
                </a:solidFill>
                <a:latin typeface="DejaVu Sans"/>
                <a:ea typeface="DejaVu Sans"/>
                <a:cs typeface="DejaVu Sans"/>
              </a:defRPr>
            </a:defPPr>
            <a:lvl1pPr algn="l">
              <a:buNone/>
              <a:defRPr sz="2250" b="1">
                <a:solidFill>
                  <a:srgbClr val="172E25"/>
                </a:solidFill>
                <a:latin typeface="DejaVu Sans"/>
                <a:ea typeface="DejaVu Sans"/>
                <a:cs typeface="DejaVu Sans"/>
              </a:defRPr>
            </a:lvl1pPr>
            <a:lvl2pPr algn="l">
              <a:buNone/>
              <a:defRPr sz="2250" b="1">
                <a:solidFill>
                  <a:srgbClr val="172E25"/>
                </a:solidFill>
                <a:latin typeface="DejaVu Sans"/>
                <a:ea typeface="DejaVu Sans"/>
                <a:cs typeface="DejaVu Sans"/>
              </a:defRPr>
            </a:lvl2pPr>
            <a:lvl3pPr algn="l">
              <a:buNone/>
              <a:defRPr sz="2250" b="1">
                <a:solidFill>
                  <a:srgbClr val="172E25"/>
                </a:solidFill>
                <a:latin typeface="DejaVu Sans"/>
                <a:ea typeface="DejaVu Sans"/>
                <a:cs typeface="DejaVu Sans"/>
              </a:defRPr>
            </a:lvl3pPr>
            <a:lvl4pPr algn="l">
              <a:buNone/>
              <a:defRPr sz="2250" b="1">
                <a:solidFill>
                  <a:srgbClr val="172E25"/>
                </a:solidFill>
                <a:latin typeface="DejaVu Sans"/>
                <a:ea typeface="DejaVu Sans"/>
                <a:cs typeface="DejaVu Sans"/>
              </a:defRPr>
            </a:lvl4pPr>
            <a:lvl5pPr algn="l">
              <a:buNone/>
              <a:defRPr sz="2250" b="1">
                <a:solidFill>
                  <a:srgbClr val="172E25"/>
                </a:solidFill>
                <a:latin typeface="DejaVu Sans"/>
                <a:ea typeface="DejaVu Sans"/>
                <a:cs typeface="DejaVu Sans"/>
              </a:defRPr>
            </a:lvl5pPr>
            <a:lvl6pPr algn="l">
              <a:buNone/>
              <a:defRPr sz="2250" b="1">
                <a:solidFill>
                  <a:srgbClr val="172E25"/>
                </a:solidFill>
                <a:latin typeface="DejaVu Sans"/>
                <a:ea typeface="DejaVu Sans"/>
                <a:cs typeface="DejaVu Sans"/>
              </a:defRPr>
            </a:lvl6pPr>
            <a:lvl7pPr algn="l">
              <a:buNone/>
              <a:defRPr sz="2250" b="1">
                <a:solidFill>
                  <a:srgbClr val="172E25"/>
                </a:solidFill>
                <a:latin typeface="DejaVu Sans"/>
                <a:ea typeface="DejaVu Sans"/>
                <a:cs typeface="DejaVu Sans"/>
              </a:defRPr>
            </a:lvl7pPr>
            <a:lvl8pPr algn="l">
              <a:buNone/>
              <a:defRPr sz="2250" b="1">
                <a:solidFill>
                  <a:srgbClr val="172E25"/>
                </a:solidFill>
                <a:latin typeface="DejaVu Sans"/>
                <a:ea typeface="DejaVu Sans"/>
                <a:cs typeface="DejaVu Sans"/>
              </a:defRPr>
            </a:lvl8pPr>
            <a:lvl9pPr algn="l">
              <a:buNone/>
              <a:defRPr sz="2250" b="1">
                <a:solidFill>
                  <a:srgbClr val="172E25"/>
                </a:solidFill>
                <a:latin typeface="DejaVu Sans"/>
                <a:ea typeface="DejaVu Sans"/>
                <a:cs typeface="DejaVu Sans"/>
              </a:defRPr>
            </a:lvl9pPr>
          </a:lstStyle>
          <a:p xmlns:a="http://schemas.openxmlformats.org/drawingml/2006/main">
            <a:pPr algn="l">
              <a:buNone/>
              <a:defRPr sz="2250" b="1">
                <a:solidFill>
                  <a:srgbClr val="172E25"/>
                </a:solidFill>
                <a:latin typeface="DejaVu Sans"/>
                <a:ea typeface="DejaVu Sans"/>
                <a:cs typeface="DejaVu Sans"/>
              </a:defRPr>
            </a:pPr>
            <a:r>
              <a:rPr sz="2250" b="1">
                <a:solidFill>
                  <a:srgbClr val="172E25"/>
                </a:solidFill>
                <a:latin typeface="DejaVu Sans"/>
                <a:ea typeface="DejaVu Sans"/>
                <a:cs typeface="DejaVu Sans"/>
              </a:rPr>
              <a:t>Independent live acceptance</a:t>
            </a:r>
          </a:p>
        </p:txBody>
      </p:sp>
      <p:sp>
        <p:nvSpPr>
          <p:cNvPr id="4" name="item-body-0">
            <a:extLst xmlns:a="http://schemas.openxmlformats.org/drawingml/2006/main">
              <a:ext uri="{FF2B5EF4-FFF2-40B4-BE49-F238E27FC236}">
                <a16:creationId xmlns:a16="http://schemas.microsoft.com/office/drawing/2014/main" id="{5715EA64-5DFB-44F0-A87E-D2D0088DDE8A}"/>
              </a:ext>
            </a:extLst>
          </p:cNvPr>
          <p:cNvSpPr>
            <a:spLocks xmlns:a="http://schemas.openxmlformats.org/drawingml/2006/main" noGrp="1"/>
          </p:cNvSpPr>
          <p:nvPr/>
        </p:nvSpPr>
        <p:spPr>
          <a:xfrm xmlns:a="http://schemas.openxmlformats.org/drawingml/2006/main">
            <a:off x="685800" y="2152650"/>
            <a:ext cx="10668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a:solidFill>
                  <a:srgbClr val="50665A"/>
                </a:solidFill>
                <a:latin typeface="DejaVu Sans"/>
                <a:ea typeface="DejaVu Sans"/>
                <a:cs typeface="DejaVu Sans"/>
              </a:defRPr>
            </a:defPPr>
            <a:lvl1pPr algn="l">
              <a:buNone/>
              <a:defRPr sz="2025">
                <a:solidFill>
                  <a:srgbClr val="50665A"/>
                </a:solidFill>
                <a:latin typeface="DejaVu Sans"/>
                <a:ea typeface="DejaVu Sans"/>
                <a:cs typeface="DejaVu Sans"/>
              </a:defRPr>
            </a:lvl1pPr>
            <a:lvl2pPr algn="l">
              <a:buNone/>
              <a:defRPr sz="2025">
                <a:solidFill>
                  <a:srgbClr val="50665A"/>
                </a:solidFill>
                <a:latin typeface="DejaVu Sans"/>
                <a:ea typeface="DejaVu Sans"/>
                <a:cs typeface="DejaVu Sans"/>
              </a:defRPr>
            </a:lvl2pPr>
            <a:lvl3pPr algn="l">
              <a:buNone/>
              <a:defRPr sz="2025">
                <a:solidFill>
                  <a:srgbClr val="50665A"/>
                </a:solidFill>
                <a:latin typeface="DejaVu Sans"/>
                <a:ea typeface="DejaVu Sans"/>
                <a:cs typeface="DejaVu Sans"/>
              </a:defRPr>
            </a:lvl3pPr>
            <a:lvl4pPr algn="l">
              <a:buNone/>
              <a:defRPr sz="2025">
                <a:solidFill>
                  <a:srgbClr val="50665A"/>
                </a:solidFill>
                <a:latin typeface="DejaVu Sans"/>
                <a:ea typeface="DejaVu Sans"/>
                <a:cs typeface="DejaVu Sans"/>
              </a:defRPr>
            </a:lvl4pPr>
            <a:lvl5pPr algn="l">
              <a:buNone/>
              <a:defRPr sz="2025">
                <a:solidFill>
                  <a:srgbClr val="50665A"/>
                </a:solidFill>
                <a:latin typeface="DejaVu Sans"/>
                <a:ea typeface="DejaVu Sans"/>
                <a:cs typeface="DejaVu Sans"/>
              </a:defRPr>
            </a:lvl5pPr>
            <a:lvl6pPr algn="l">
              <a:buNone/>
              <a:defRPr sz="2025">
                <a:solidFill>
                  <a:srgbClr val="50665A"/>
                </a:solidFill>
                <a:latin typeface="DejaVu Sans"/>
                <a:ea typeface="DejaVu Sans"/>
                <a:cs typeface="DejaVu Sans"/>
              </a:defRPr>
            </a:lvl6pPr>
            <a:lvl7pPr algn="l">
              <a:buNone/>
              <a:defRPr sz="2025">
                <a:solidFill>
                  <a:srgbClr val="50665A"/>
                </a:solidFill>
                <a:latin typeface="DejaVu Sans"/>
                <a:ea typeface="DejaVu Sans"/>
                <a:cs typeface="DejaVu Sans"/>
              </a:defRPr>
            </a:lvl7pPr>
            <a:lvl8pPr algn="l">
              <a:buNone/>
              <a:defRPr sz="2025">
                <a:solidFill>
                  <a:srgbClr val="50665A"/>
                </a:solidFill>
                <a:latin typeface="DejaVu Sans"/>
                <a:ea typeface="DejaVu Sans"/>
                <a:cs typeface="DejaVu Sans"/>
              </a:defRPr>
            </a:lvl8pPr>
            <a:lvl9pPr algn="l">
              <a:buNone/>
              <a:defRPr sz="2025">
                <a:solidFill>
                  <a:srgbClr val="50665A"/>
                </a:solidFill>
                <a:latin typeface="DejaVu Sans"/>
                <a:ea typeface="DejaVu Sans"/>
                <a:cs typeface="DejaVu Sans"/>
              </a:defRPr>
            </a:lvl9pPr>
          </a:lstStyle>
          <a:p xmlns:a="http://schemas.openxmlformats.org/drawingml/2006/main">
            <a:pPr algn="l">
              <a:buNone/>
              <a:defRPr sz="2025">
                <a:solidFill>
                  <a:srgbClr val="50665A"/>
                </a:solidFill>
                <a:latin typeface="DejaVu Sans"/>
                <a:ea typeface="DejaVu Sans"/>
                <a:cs typeface="DejaVu Sans"/>
              </a:defRPr>
            </a:pPr>
            <a:r>
              <a:rPr sz="2025">
                <a:solidFill>
                  <a:srgbClr val="50665A"/>
                </a:solidFill>
                <a:latin typeface="DejaVu Sans"/>
                <a:ea typeface="DejaVu Sans"/>
                <a:cs typeface="DejaVu Sans"/>
              </a:rPr>
              <a:t>Record hosted MySQL, HTTPS, private routes, cron and authorised evaluation access.</a:t>
            </a:r>
          </a:p>
        </p:txBody>
      </p:sp>
      <p:sp>
        <p:nvSpPr>
          <p:cNvPr id="5" name="item-heading-1">
            <a:extLst xmlns:a="http://schemas.openxmlformats.org/drawingml/2006/main">
              <a:ext uri="{FF2B5EF4-FFF2-40B4-BE49-F238E27FC236}">
                <a16:creationId xmlns:a16="http://schemas.microsoft.com/office/drawing/2014/main" id="{15DA6961-226B-47BD-9349-61DC256C0DF6}"/>
              </a:ext>
            </a:extLst>
          </p:cNvPr>
          <p:cNvSpPr>
            <a:spLocks xmlns:a="http://schemas.openxmlformats.org/drawingml/2006/main" noGrp="1"/>
          </p:cNvSpPr>
          <p:nvPr/>
        </p:nvSpPr>
        <p:spPr>
          <a:xfrm xmlns:a="http://schemas.openxmlformats.org/drawingml/2006/main">
            <a:off x="685800" y="3143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E25"/>
                </a:solidFill>
                <a:latin typeface="DejaVu Sans"/>
                <a:ea typeface="DejaVu Sans"/>
                <a:cs typeface="DejaVu Sans"/>
              </a:defRPr>
            </a:defPPr>
            <a:lvl1pPr algn="l">
              <a:buNone/>
              <a:defRPr sz="2250" b="1">
                <a:solidFill>
                  <a:srgbClr val="172E25"/>
                </a:solidFill>
                <a:latin typeface="DejaVu Sans"/>
                <a:ea typeface="DejaVu Sans"/>
                <a:cs typeface="DejaVu Sans"/>
              </a:defRPr>
            </a:lvl1pPr>
            <a:lvl2pPr algn="l">
              <a:buNone/>
              <a:defRPr sz="2250" b="1">
                <a:solidFill>
                  <a:srgbClr val="172E25"/>
                </a:solidFill>
                <a:latin typeface="DejaVu Sans"/>
                <a:ea typeface="DejaVu Sans"/>
                <a:cs typeface="DejaVu Sans"/>
              </a:defRPr>
            </a:lvl2pPr>
            <a:lvl3pPr algn="l">
              <a:buNone/>
              <a:defRPr sz="2250" b="1">
                <a:solidFill>
                  <a:srgbClr val="172E25"/>
                </a:solidFill>
                <a:latin typeface="DejaVu Sans"/>
                <a:ea typeface="DejaVu Sans"/>
                <a:cs typeface="DejaVu Sans"/>
              </a:defRPr>
            </a:lvl3pPr>
            <a:lvl4pPr algn="l">
              <a:buNone/>
              <a:defRPr sz="2250" b="1">
                <a:solidFill>
                  <a:srgbClr val="172E25"/>
                </a:solidFill>
                <a:latin typeface="DejaVu Sans"/>
                <a:ea typeface="DejaVu Sans"/>
                <a:cs typeface="DejaVu Sans"/>
              </a:defRPr>
            </a:lvl4pPr>
            <a:lvl5pPr algn="l">
              <a:buNone/>
              <a:defRPr sz="2250" b="1">
                <a:solidFill>
                  <a:srgbClr val="172E25"/>
                </a:solidFill>
                <a:latin typeface="DejaVu Sans"/>
                <a:ea typeface="DejaVu Sans"/>
                <a:cs typeface="DejaVu Sans"/>
              </a:defRPr>
            </a:lvl5pPr>
            <a:lvl6pPr algn="l">
              <a:buNone/>
              <a:defRPr sz="2250" b="1">
                <a:solidFill>
                  <a:srgbClr val="172E25"/>
                </a:solidFill>
                <a:latin typeface="DejaVu Sans"/>
                <a:ea typeface="DejaVu Sans"/>
                <a:cs typeface="DejaVu Sans"/>
              </a:defRPr>
            </a:lvl6pPr>
            <a:lvl7pPr algn="l">
              <a:buNone/>
              <a:defRPr sz="2250" b="1">
                <a:solidFill>
                  <a:srgbClr val="172E25"/>
                </a:solidFill>
                <a:latin typeface="DejaVu Sans"/>
                <a:ea typeface="DejaVu Sans"/>
                <a:cs typeface="DejaVu Sans"/>
              </a:defRPr>
            </a:lvl7pPr>
            <a:lvl8pPr algn="l">
              <a:buNone/>
              <a:defRPr sz="2250" b="1">
                <a:solidFill>
                  <a:srgbClr val="172E25"/>
                </a:solidFill>
                <a:latin typeface="DejaVu Sans"/>
                <a:ea typeface="DejaVu Sans"/>
                <a:cs typeface="DejaVu Sans"/>
              </a:defRPr>
            </a:lvl8pPr>
            <a:lvl9pPr algn="l">
              <a:buNone/>
              <a:defRPr sz="2250" b="1">
                <a:solidFill>
                  <a:srgbClr val="172E25"/>
                </a:solidFill>
                <a:latin typeface="DejaVu Sans"/>
                <a:ea typeface="DejaVu Sans"/>
                <a:cs typeface="DejaVu Sans"/>
              </a:defRPr>
            </a:lvl9pPr>
          </a:lstStyle>
          <a:p xmlns:a="http://schemas.openxmlformats.org/drawingml/2006/main">
            <a:pPr algn="l">
              <a:buNone/>
              <a:defRPr sz="2250" b="1">
                <a:solidFill>
                  <a:srgbClr val="172E25"/>
                </a:solidFill>
                <a:latin typeface="DejaVu Sans"/>
                <a:ea typeface="DejaVu Sans"/>
                <a:cs typeface="DejaVu Sans"/>
              </a:defRPr>
            </a:pPr>
            <a:r>
              <a:rPr sz="2250" b="1">
                <a:solidFill>
                  <a:srgbClr val="172E25"/>
                </a:solidFill>
                <a:latin typeface="DejaVu Sans"/>
                <a:ea typeface="DejaVu Sans"/>
                <a:cs typeface="DejaVu Sans"/>
              </a:rPr>
              <a:t>Outstanding quality evaluation</a:t>
            </a:r>
          </a:p>
        </p:txBody>
      </p:sp>
      <p:sp>
        <p:nvSpPr>
          <p:cNvPr id="6" name="item-body-1">
            <a:extLst xmlns:a="http://schemas.openxmlformats.org/drawingml/2006/main">
              <a:ext uri="{FF2B5EF4-FFF2-40B4-BE49-F238E27FC236}">
                <a16:creationId xmlns:a16="http://schemas.microsoft.com/office/drawing/2014/main" id="{8F9E94DE-830B-4501-91D8-BB0489269930}"/>
              </a:ext>
            </a:extLst>
          </p:cNvPr>
          <p:cNvSpPr>
            <a:spLocks xmlns:a="http://schemas.openxmlformats.org/drawingml/2006/main" noGrp="1"/>
          </p:cNvSpPr>
          <p:nvPr/>
        </p:nvSpPr>
        <p:spPr>
          <a:xfrm xmlns:a="http://schemas.openxmlformats.org/drawingml/2006/main">
            <a:off x="685800" y="3533775"/>
            <a:ext cx="10668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a:solidFill>
                  <a:srgbClr val="50665A"/>
                </a:solidFill>
                <a:latin typeface="DejaVu Sans"/>
                <a:ea typeface="DejaVu Sans"/>
                <a:cs typeface="DejaVu Sans"/>
              </a:defRPr>
            </a:defPPr>
            <a:lvl1pPr algn="l">
              <a:buNone/>
              <a:defRPr sz="2025">
                <a:solidFill>
                  <a:srgbClr val="50665A"/>
                </a:solidFill>
                <a:latin typeface="DejaVu Sans"/>
                <a:ea typeface="DejaVu Sans"/>
                <a:cs typeface="DejaVu Sans"/>
              </a:defRPr>
            </a:lvl1pPr>
            <a:lvl2pPr algn="l">
              <a:buNone/>
              <a:defRPr sz="2025">
                <a:solidFill>
                  <a:srgbClr val="50665A"/>
                </a:solidFill>
                <a:latin typeface="DejaVu Sans"/>
                <a:ea typeface="DejaVu Sans"/>
                <a:cs typeface="DejaVu Sans"/>
              </a:defRPr>
            </a:lvl2pPr>
            <a:lvl3pPr algn="l">
              <a:buNone/>
              <a:defRPr sz="2025">
                <a:solidFill>
                  <a:srgbClr val="50665A"/>
                </a:solidFill>
                <a:latin typeface="DejaVu Sans"/>
                <a:ea typeface="DejaVu Sans"/>
                <a:cs typeface="DejaVu Sans"/>
              </a:defRPr>
            </a:lvl3pPr>
            <a:lvl4pPr algn="l">
              <a:buNone/>
              <a:defRPr sz="2025">
                <a:solidFill>
                  <a:srgbClr val="50665A"/>
                </a:solidFill>
                <a:latin typeface="DejaVu Sans"/>
                <a:ea typeface="DejaVu Sans"/>
                <a:cs typeface="DejaVu Sans"/>
              </a:defRPr>
            </a:lvl4pPr>
            <a:lvl5pPr algn="l">
              <a:buNone/>
              <a:defRPr sz="2025">
                <a:solidFill>
                  <a:srgbClr val="50665A"/>
                </a:solidFill>
                <a:latin typeface="DejaVu Sans"/>
                <a:ea typeface="DejaVu Sans"/>
                <a:cs typeface="DejaVu Sans"/>
              </a:defRPr>
            </a:lvl5pPr>
            <a:lvl6pPr algn="l">
              <a:buNone/>
              <a:defRPr sz="2025">
                <a:solidFill>
                  <a:srgbClr val="50665A"/>
                </a:solidFill>
                <a:latin typeface="DejaVu Sans"/>
                <a:ea typeface="DejaVu Sans"/>
                <a:cs typeface="DejaVu Sans"/>
              </a:defRPr>
            </a:lvl6pPr>
            <a:lvl7pPr algn="l">
              <a:buNone/>
              <a:defRPr sz="2025">
                <a:solidFill>
                  <a:srgbClr val="50665A"/>
                </a:solidFill>
                <a:latin typeface="DejaVu Sans"/>
                <a:ea typeface="DejaVu Sans"/>
                <a:cs typeface="DejaVu Sans"/>
              </a:defRPr>
            </a:lvl7pPr>
            <a:lvl8pPr algn="l">
              <a:buNone/>
              <a:defRPr sz="2025">
                <a:solidFill>
                  <a:srgbClr val="50665A"/>
                </a:solidFill>
                <a:latin typeface="DejaVu Sans"/>
                <a:ea typeface="DejaVu Sans"/>
                <a:cs typeface="DejaVu Sans"/>
              </a:defRPr>
            </a:lvl8pPr>
            <a:lvl9pPr algn="l">
              <a:buNone/>
              <a:defRPr sz="2025">
                <a:solidFill>
                  <a:srgbClr val="50665A"/>
                </a:solidFill>
                <a:latin typeface="DejaVu Sans"/>
                <a:ea typeface="DejaVu Sans"/>
                <a:cs typeface="DejaVu Sans"/>
              </a:defRPr>
            </a:lvl9pPr>
          </a:lstStyle>
          <a:p xmlns:a="http://schemas.openxmlformats.org/drawingml/2006/main">
            <a:pPr algn="l">
              <a:buNone/>
              <a:defRPr sz="2025">
                <a:solidFill>
                  <a:srgbClr val="50665A"/>
                </a:solidFill>
                <a:latin typeface="DejaVu Sans"/>
                <a:ea typeface="DejaVu Sans"/>
                <a:cs typeface="DejaVu Sans"/>
              </a:defRPr>
            </a:pPr>
            <a:r>
              <a:rPr sz="2025">
                <a:solidFill>
                  <a:srgbClr val="50665A"/>
                </a:solidFill>
                <a:latin typeface="DejaVu Sans"/>
                <a:ea typeface="DejaVu Sans"/>
                <a:cs typeface="DejaVu Sans"/>
              </a:rPr>
              <a:t>Measure workload and restoration, review security and obtain consent for user evaluation.</a:t>
            </a:r>
          </a:p>
        </p:txBody>
      </p:sp>
      <p:sp>
        <p:nvSpPr>
          <p:cNvPr id="7" name="item-heading-2">
            <a:extLst xmlns:a="http://schemas.openxmlformats.org/drawingml/2006/main">
              <a:ext uri="{FF2B5EF4-FFF2-40B4-BE49-F238E27FC236}">
                <a16:creationId xmlns:a16="http://schemas.microsoft.com/office/drawing/2014/main" id="{07504CEF-B0C1-4204-B85D-51CE0F9B0322}"/>
              </a:ext>
            </a:extLst>
          </p:cNvPr>
          <p:cNvSpPr>
            <a:spLocks xmlns:a="http://schemas.openxmlformats.org/drawingml/2006/main" noGrp="1"/>
          </p:cNvSpPr>
          <p:nvPr/>
        </p:nvSpPr>
        <p:spPr>
          <a:xfrm xmlns:a="http://schemas.openxmlformats.org/drawingml/2006/main">
            <a:off x="685800" y="45243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250" b="1">
                <a:solidFill>
                  <a:srgbClr val="172E25"/>
                </a:solidFill>
                <a:latin typeface="DejaVu Sans"/>
                <a:ea typeface="DejaVu Sans"/>
                <a:cs typeface="DejaVu Sans"/>
              </a:defRPr>
            </a:defPPr>
            <a:lvl1pPr>
              <a:buNone/>
              <a:defRPr sz="2250" b="1">
                <a:solidFill>
                  <a:srgbClr val="172E25"/>
                </a:solidFill>
                <a:latin typeface="DejaVu Sans"/>
                <a:ea typeface="DejaVu Sans"/>
                <a:cs typeface="DejaVu Sans"/>
              </a:defRPr>
            </a:lvl1pPr>
            <a:lvl2pPr>
              <a:buNone/>
              <a:defRPr sz="2250" b="1">
                <a:solidFill>
                  <a:srgbClr val="172E25"/>
                </a:solidFill>
                <a:latin typeface="DejaVu Sans"/>
                <a:ea typeface="DejaVu Sans"/>
                <a:cs typeface="DejaVu Sans"/>
              </a:defRPr>
            </a:lvl2pPr>
            <a:lvl3pPr>
              <a:buNone/>
              <a:defRPr sz="2250" b="1">
                <a:solidFill>
                  <a:srgbClr val="172E25"/>
                </a:solidFill>
                <a:latin typeface="DejaVu Sans"/>
                <a:ea typeface="DejaVu Sans"/>
                <a:cs typeface="DejaVu Sans"/>
              </a:defRPr>
            </a:lvl3pPr>
            <a:lvl4pPr>
              <a:buNone/>
              <a:defRPr sz="2250" b="1">
                <a:solidFill>
                  <a:srgbClr val="172E25"/>
                </a:solidFill>
                <a:latin typeface="DejaVu Sans"/>
                <a:ea typeface="DejaVu Sans"/>
                <a:cs typeface="DejaVu Sans"/>
              </a:defRPr>
            </a:lvl4pPr>
            <a:lvl5pPr>
              <a:buNone/>
              <a:defRPr sz="2250" b="1">
                <a:solidFill>
                  <a:srgbClr val="172E25"/>
                </a:solidFill>
                <a:latin typeface="DejaVu Sans"/>
                <a:ea typeface="DejaVu Sans"/>
                <a:cs typeface="DejaVu Sans"/>
              </a:defRPr>
            </a:lvl5pPr>
            <a:lvl6pPr>
              <a:buNone/>
              <a:defRPr sz="2250" b="1">
                <a:solidFill>
                  <a:srgbClr val="172E25"/>
                </a:solidFill>
                <a:latin typeface="DejaVu Sans"/>
                <a:ea typeface="DejaVu Sans"/>
                <a:cs typeface="DejaVu Sans"/>
              </a:defRPr>
            </a:lvl6pPr>
            <a:lvl7pPr>
              <a:buNone/>
              <a:defRPr sz="2250" b="1">
                <a:solidFill>
                  <a:srgbClr val="172E25"/>
                </a:solidFill>
                <a:latin typeface="DejaVu Sans"/>
                <a:ea typeface="DejaVu Sans"/>
                <a:cs typeface="DejaVu Sans"/>
              </a:defRPr>
            </a:lvl7pPr>
            <a:lvl8pPr>
              <a:buNone/>
              <a:defRPr sz="2250" b="1">
                <a:solidFill>
                  <a:srgbClr val="172E25"/>
                </a:solidFill>
                <a:latin typeface="DejaVu Sans"/>
                <a:ea typeface="DejaVu Sans"/>
                <a:cs typeface="DejaVu Sans"/>
              </a:defRPr>
            </a:lvl8pPr>
            <a:lvl9pPr>
              <a:buNone/>
              <a:defRPr sz="2250" b="1">
                <a:solidFill>
                  <a:srgbClr val="172E25"/>
                </a:solidFill>
                <a:latin typeface="DejaVu Sans"/>
                <a:ea typeface="DejaVu Sans"/>
                <a:cs typeface="DejaVu Sans"/>
              </a:defRPr>
            </a:lvl9pPr>
          </a:lstStyle>
          <a:p xmlns:a="http://schemas.openxmlformats.org/drawingml/2006/main">
            <a:pPr>
              <a:buNone/>
              <a:defRPr sz="2250" b="1">
                <a:solidFill>
                  <a:srgbClr val="172E25"/>
                </a:solidFill>
                <a:latin typeface="DejaVu Sans"/>
                <a:ea typeface="DejaVu Sans"/>
                <a:cs typeface="DejaVu Sans"/>
              </a:defRPr>
            </a:pPr>
            <a:r>
              <a:rPr sz="2250" b="1">
                <a:solidFill>
                  <a:srgbClr val="172E25"/>
                </a:solidFill>
                <a:latin typeface="DejaVu Sans"/>
                <a:ea typeface="DejaVu Sans"/>
                <a:cs typeface="DejaVu Sans"/>
              </a:rPr>
              <a:t>Possible extensions</a:t>
            </a:r>
          </a:p>
        </p:txBody>
      </p:sp>
      <p:sp>
        <p:nvSpPr>
          <p:cNvPr id="8" name="item-body-2">
            <a:extLst xmlns:a="http://schemas.openxmlformats.org/drawingml/2006/main">
              <a:ext uri="{FF2B5EF4-FFF2-40B4-BE49-F238E27FC236}">
                <a16:creationId xmlns:a16="http://schemas.microsoft.com/office/drawing/2014/main" id="{0495FC17-81A6-430B-97C9-B2404A537799}"/>
              </a:ext>
            </a:extLst>
          </p:cNvPr>
          <p:cNvSpPr>
            <a:spLocks xmlns:a="http://schemas.openxmlformats.org/drawingml/2006/main" noGrp="1"/>
          </p:cNvSpPr>
          <p:nvPr/>
        </p:nvSpPr>
        <p:spPr>
          <a:xfrm xmlns:a="http://schemas.openxmlformats.org/drawingml/2006/main">
            <a:off x="685800" y="4914900"/>
            <a:ext cx="10668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a:solidFill>
                  <a:srgbClr val="50665A"/>
                </a:solidFill>
                <a:latin typeface="DejaVu Sans"/>
                <a:ea typeface="DejaVu Sans"/>
                <a:cs typeface="DejaVu Sans"/>
              </a:defRPr>
            </a:defPPr>
            <a:lvl1pPr>
              <a:buNone/>
              <a:defRPr sz="2025">
                <a:solidFill>
                  <a:srgbClr val="50665A"/>
                </a:solidFill>
                <a:latin typeface="DejaVu Sans"/>
                <a:ea typeface="DejaVu Sans"/>
                <a:cs typeface="DejaVu Sans"/>
              </a:defRPr>
            </a:lvl1pPr>
            <a:lvl2pPr>
              <a:buNone/>
              <a:defRPr sz="2025">
                <a:solidFill>
                  <a:srgbClr val="50665A"/>
                </a:solidFill>
                <a:latin typeface="DejaVu Sans"/>
                <a:ea typeface="DejaVu Sans"/>
                <a:cs typeface="DejaVu Sans"/>
              </a:defRPr>
            </a:lvl2pPr>
            <a:lvl3pPr>
              <a:buNone/>
              <a:defRPr sz="2025">
                <a:solidFill>
                  <a:srgbClr val="50665A"/>
                </a:solidFill>
                <a:latin typeface="DejaVu Sans"/>
                <a:ea typeface="DejaVu Sans"/>
                <a:cs typeface="DejaVu Sans"/>
              </a:defRPr>
            </a:lvl3pPr>
            <a:lvl4pPr>
              <a:buNone/>
              <a:defRPr sz="2025">
                <a:solidFill>
                  <a:srgbClr val="50665A"/>
                </a:solidFill>
                <a:latin typeface="DejaVu Sans"/>
                <a:ea typeface="DejaVu Sans"/>
                <a:cs typeface="DejaVu Sans"/>
              </a:defRPr>
            </a:lvl4pPr>
            <a:lvl5pPr>
              <a:buNone/>
              <a:defRPr sz="2025">
                <a:solidFill>
                  <a:srgbClr val="50665A"/>
                </a:solidFill>
                <a:latin typeface="DejaVu Sans"/>
                <a:ea typeface="DejaVu Sans"/>
                <a:cs typeface="DejaVu Sans"/>
              </a:defRPr>
            </a:lvl5pPr>
            <a:lvl6pPr>
              <a:buNone/>
              <a:defRPr sz="2025">
                <a:solidFill>
                  <a:srgbClr val="50665A"/>
                </a:solidFill>
                <a:latin typeface="DejaVu Sans"/>
                <a:ea typeface="DejaVu Sans"/>
                <a:cs typeface="DejaVu Sans"/>
              </a:defRPr>
            </a:lvl6pPr>
            <a:lvl7pPr>
              <a:buNone/>
              <a:defRPr sz="2025">
                <a:solidFill>
                  <a:srgbClr val="50665A"/>
                </a:solidFill>
                <a:latin typeface="DejaVu Sans"/>
                <a:ea typeface="DejaVu Sans"/>
                <a:cs typeface="DejaVu Sans"/>
              </a:defRPr>
            </a:lvl7pPr>
            <a:lvl8pPr>
              <a:buNone/>
              <a:defRPr sz="2025">
                <a:solidFill>
                  <a:srgbClr val="50665A"/>
                </a:solidFill>
                <a:latin typeface="DejaVu Sans"/>
                <a:ea typeface="DejaVu Sans"/>
                <a:cs typeface="DejaVu Sans"/>
              </a:defRPr>
            </a:lvl8pPr>
            <a:lvl9pPr>
              <a:buNone/>
              <a:defRPr sz="2025">
                <a:solidFill>
                  <a:srgbClr val="50665A"/>
                </a:solidFill>
                <a:latin typeface="DejaVu Sans"/>
                <a:ea typeface="DejaVu Sans"/>
                <a:cs typeface="DejaVu Sans"/>
              </a:defRPr>
            </a:lvl9pPr>
          </a:lstStyle>
          <a:p xmlns:a="http://schemas.openxmlformats.org/drawingml/2006/main">
            <a:pPr>
              <a:buNone/>
              <a:defRPr sz="2025">
                <a:solidFill>
                  <a:srgbClr val="50665A"/>
                </a:solidFill>
                <a:latin typeface="DejaVu Sans"/>
                <a:ea typeface="DejaVu Sans"/>
                <a:cs typeface="DejaVu Sans"/>
              </a:defRPr>
            </a:pPr>
            <a:r>
              <a:rPr sz="2025">
                <a:solidFill>
                  <a:srgbClr val="50665A"/>
                </a:solidFill>
                <a:latin typeface="DejaVu Sans"/>
                <a:ea typeface="DejaVu Sans"/>
                <a:cs typeface="DejaVu Sans"/>
              </a:rPr>
              <a:t>Authorised identity, payment reconciliation, signed records and retention automation.</a:t>
            </a:r>
          </a:p>
        </p:txBody>
      </p:sp>
    </p:spTree>
    <p:extLst>
      <p:ext uri="{BB962C8B-B14F-4D97-AF65-F5344CB8AC3E}">
        <p14:creationId xmlns:p14="http://schemas.microsoft.com/office/powerpoint/2010/main" val="526433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8236394-685C-408A-8E50-C93A89BA82D0}"/>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Conclusion</a:t>
            </a:r>
          </a:p>
        </p:txBody>
      </p:sp>
      <p:sp>
        <p:nvSpPr>
          <p:cNvPr id="2" name="page">
            <a:extLst xmlns:a="http://schemas.openxmlformats.org/drawingml/2006/main">
              <a:ext uri="{FF2B5EF4-FFF2-40B4-BE49-F238E27FC236}">
                <a16:creationId xmlns:a16="http://schemas.microsoft.com/office/drawing/2014/main" id="{755FAC85-0075-4679-8028-4915734C083A}"/>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19</a:t>
            </a:r>
          </a:p>
        </p:txBody>
      </p:sp>
      <p:sp>
        <p:nvSpPr>
          <p:cNvPr id="3" name="conclusion">
            <a:extLst xmlns:a="http://schemas.openxmlformats.org/drawingml/2006/main">
              <a:ext uri="{FF2B5EF4-FFF2-40B4-BE49-F238E27FC236}">
                <a16:creationId xmlns:a16="http://schemas.microsoft.com/office/drawing/2014/main" id="{42AF31D2-59EF-4AB1-BE15-A571173AF0EA}"/>
              </a:ext>
            </a:extLst>
          </p:cNvPr>
          <p:cNvSpPr>
            <a:spLocks xmlns:a="http://schemas.openxmlformats.org/drawingml/2006/main" noGrp="1"/>
          </p:cNvSpPr>
          <p:nvPr/>
        </p:nvSpPr>
        <p:spPr>
          <a:xfrm xmlns:a="http://schemas.openxmlformats.org/drawingml/2006/main">
            <a:off x="742950" y="1885950"/>
            <a:ext cx="1066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150" b="1">
                <a:solidFill>
                  <a:srgbClr val="172E25"/>
                </a:solidFill>
                <a:latin typeface="DejaVu Sans"/>
                <a:ea typeface="DejaVu Sans"/>
                <a:cs typeface="DejaVu Sans"/>
              </a:defRPr>
            </a:defPPr>
            <a:lvl1pPr>
              <a:buNone/>
              <a:defRPr sz="3150" b="1">
                <a:solidFill>
                  <a:srgbClr val="172E25"/>
                </a:solidFill>
                <a:latin typeface="DejaVu Sans"/>
                <a:ea typeface="DejaVu Sans"/>
                <a:cs typeface="DejaVu Sans"/>
              </a:defRPr>
            </a:lvl1pPr>
            <a:lvl2pPr>
              <a:buNone/>
              <a:defRPr sz="3150" b="1">
                <a:solidFill>
                  <a:srgbClr val="172E25"/>
                </a:solidFill>
                <a:latin typeface="DejaVu Sans"/>
                <a:ea typeface="DejaVu Sans"/>
                <a:cs typeface="DejaVu Sans"/>
              </a:defRPr>
            </a:lvl2pPr>
            <a:lvl3pPr>
              <a:buNone/>
              <a:defRPr sz="3150" b="1">
                <a:solidFill>
                  <a:srgbClr val="172E25"/>
                </a:solidFill>
                <a:latin typeface="DejaVu Sans"/>
                <a:ea typeface="DejaVu Sans"/>
                <a:cs typeface="DejaVu Sans"/>
              </a:defRPr>
            </a:lvl3pPr>
            <a:lvl4pPr>
              <a:buNone/>
              <a:defRPr sz="3150" b="1">
                <a:solidFill>
                  <a:srgbClr val="172E25"/>
                </a:solidFill>
                <a:latin typeface="DejaVu Sans"/>
                <a:ea typeface="DejaVu Sans"/>
                <a:cs typeface="DejaVu Sans"/>
              </a:defRPr>
            </a:lvl4pPr>
            <a:lvl5pPr>
              <a:buNone/>
              <a:defRPr sz="3150" b="1">
                <a:solidFill>
                  <a:srgbClr val="172E25"/>
                </a:solidFill>
                <a:latin typeface="DejaVu Sans"/>
                <a:ea typeface="DejaVu Sans"/>
                <a:cs typeface="DejaVu Sans"/>
              </a:defRPr>
            </a:lvl5pPr>
            <a:lvl6pPr>
              <a:buNone/>
              <a:defRPr sz="3150" b="1">
                <a:solidFill>
                  <a:srgbClr val="172E25"/>
                </a:solidFill>
                <a:latin typeface="DejaVu Sans"/>
                <a:ea typeface="DejaVu Sans"/>
                <a:cs typeface="DejaVu Sans"/>
              </a:defRPr>
            </a:lvl6pPr>
            <a:lvl7pPr>
              <a:buNone/>
              <a:defRPr sz="3150" b="1">
                <a:solidFill>
                  <a:srgbClr val="172E25"/>
                </a:solidFill>
                <a:latin typeface="DejaVu Sans"/>
                <a:ea typeface="DejaVu Sans"/>
                <a:cs typeface="DejaVu Sans"/>
              </a:defRPr>
            </a:lvl7pPr>
            <a:lvl8pPr>
              <a:buNone/>
              <a:defRPr sz="3150" b="1">
                <a:solidFill>
                  <a:srgbClr val="172E25"/>
                </a:solidFill>
                <a:latin typeface="DejaVu Sans"/>
                <a:ea typeface="DejaVu Sans"/>
                <a:cs typeface="DejaVu Sans"/>
              </a:defRPr>
            </a:lvl8pPr>
            <a:lvl9pPr>
              <a:buNone/>
              <a:defRPr sz="3150" b="1">
                <a:solidFill>
                  <a:srgbClr val="172E25"/>
                </a:solidFill>
                <a:latin typeface="DejaVu Sans"/>
                <a:ea typeface="DejaVu Sans"/>
                <a:cs typeface="DejaVu Sans"/>
              </a:defRPr>
            </a:lvl9pPr>
          </a:lstStyle>
          <a:p xmlns:a="http://schemas.openxmlformats.org/drawingml/2006/main">
            <a:pPr>
              <a:buNone/>
              <a:defRPr sz="3150" b="1">
                <a:solidFill>
                  <a:srgbClr val="172E25"/>
                </a:solidFill>
                <a:latin typeface="DejaVu Sans"/>
                <a:ea typeface="DejaVu Sans"/>
                <a:cs typeface="DejaVu Sans"/>
              </a:defRPr>
            </a:pPr>
            <a:r>
              <a:rPr sz="3150" b="1">
                <a:solidFill>
                  <a:srgbClr val="172E25"/>
                </a:solidFill>
                <a:latin typeface="DejaVu Sans"/>
                <a:ea typeface="DejaVu Sans"/>
                <a:cs typeface="DejaVu Sans"/>
              </a:rPr>
              <a:t>CivicFlow implements a traceable route from submission to a recorded departmental outcome.</a:t>
            </a:r>
          </a:p>
        </p:txBody>
      </p:sp>
      <p:sp>
        <p:nvSpPr>
          <p:cNvPr id="4" name="conclusion-evidence">
            <a:extLst xmlns:a="http://schemas.openxmlformats.org/drawingml/2006/main">
              <a:ext uri="{FF2B5EF4-FFF2-40B4-BE49-F238E27FC236}">
                <a16:creationId xmlns:a16="http://schemas.microsoft.com/office/drawing/2014/main" id="{940DE15B-A0B5-4B52-B9D3-F1DCC01AC0AC}"/>
              </a:ext>
            </a:extLst>
          </p:cNvPr>
          <p:cNvSpPr>
            <a:spLocks xmlns:a="http://schemas.openxmlformats.org/drawingml/2006/main" noGrp="1"/>
          </p:cNvSpPr>
          <p:nvPr/>
        </p:nvSpPr>
        <p:spPr>
          <a:xfrm xmlns:a="http://schemas.openxmlformats.org/drawingml/2006/main">
            <a:off x="762000" y="37147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a:solidFill>
                  <a:srgbClr val="50665A"/>
                </a:solidFill>
                <a:latin typeface="DejaVu Sans"/>
                <a:ea typeface="DejaVu Sans"/>
                <a:cs typeface="DejaVu Sans"/>
              </a:defRPr>
            </a:defPPr>
            <a:lvl1pPr algn="l">
              <a:buNone/>
              <a:defRPr sz="2250">
                <a:solidFill>
                  <a:srgbClr val="50665A"/>
                </a:solidFill>
                <a:latin typeface="DejaVu Sans"/>
                <a:ea typeface="DejaVu Sans"/>
                <a:cs typeface="DejaVu Sans"/>
              </a:defRPr>
            </a:lvl1pPr>
            <a:lvl2pPr algn="l">
              <a:buNone/>
              <a:defRPr sz="2250">
                <a:solidFill>
                  <a:srgbClr val="50665A"/>
                </a:solidFill>
                <a:latin typeface="DejaVu Sans"/>
                <a:ea typeface="DejaVu Sans"/>
                <a:cs typeface="DejaVu Sans"/>
              </a:defRPr>
            </a:lvl2pPr>
            <a:lvl3pPr algn="l">
              <a:buNone/>
              <a:defRPr sz="2250">
                <a:solidFill>
                  <a:srgbClr val="50665A"/>
                </a:solidFill>
                <a:latin typeface="DejaVu Sans"/>
                <a:ea typeface="DejaVu Sans"/>
                <a:cs typeface="DejaVu Sans"/>
              </a:defRPr>
            </a:lvl3pPr>
            <a:lvl4pPr algn="l">
              <a:buNone/>
              <a:defRPr sz="2250">
                <a:solidFill>
                  <a:srgbClr val="50665A"/>
                </a:solidFill>
                <a:latin typeface="DejaVu Sans"/>
                <a:ea typeface="DejaVu Sans"/>
                <a:cs typeface="DejaVu Sans"/>
              </a:defRPr>
            </a:lvl4pPr>
            <a:lvl5pPr algn="l">
              <a:buNone/>
              <a:defRPr sz="2250">
                <a:solidFill>
                  <a:srgbClr val="50665A"/>
                </a:solidFill>
                <a:latin typeface="DejaVu Sans"/>
                <a:ea typeface="DejaVu Sans"/>
                <a:cs typeface="DejaVu Sans"/>
              </a:defRPr>
            </a:lvl5pPr>
            <a:lvl6pPr algn="l">
              <a:buNone/>
              <a:defRPr sz="2250">
                <a:solidFill>
                  <a:srgbClr val="50665A"/>
                </a:solidFill>
                <a:latin typeface="DejaVu Sans"/>
                <a:ea typeface="DejaVu Sans"/>
                <a:cs typeface="DejaVu Sans"/>
              </a:defRPr>
            </a:lvl6pPr>
            <a:lvl7pPr algn="l">
              <a:buNone/>
              <a:defRPr sz="2250">
                <a:solidFill>
                  <a:srgbClr val="50665A"/>
                </a:solidFill>
                <a:latin typeface="DejaVu Sans"/>
                <a:ea typeface="DejaVu Sans"/>
                <a:cs typeface="DejaVu Sans"/>
              </a:defRPr>
            </a:lvl7pPr>
            <a:lvl8pPr algn="l">
              <a:buNone/>
              <a:defRPr sz="2250">
                <a:solidFill>
                  <a:srgbClr val="50665A"/>
                </a:solidFill>
                <a:latin typeface="DejaVu Sans"/>
                <a:ea typeface="DejaVu Sans"/>
                <a:cs typeface="DejaVu Sans"/>
              </a:defRPr>
            </a:lvl8pPr>
            <a:lvl9pPr algn="l">
              <a:buNone/>
              <a:defRPr sz="2250">
                <a:solidFill>
                  <a:srgbClr val="50665A"/>
                </a:solidFill>
                <a:latin typeface="DejaVu Sans"/>
                <a:ea typeface="DejaVu Sans"/>
                <a:cs typeface="DejaVu Sans"/>
              </a:defRPr>
            </a:lvl9pPr>
          </a:lstStyle>
          <a:p xmlns:a="http://schemas.openxmlformats.org/drawingml/2006/main">
            <a:pPr algn="l">
              <a:buNone/>
              <a:defRPr sz="2250">
                <a:solidFill>
                  <a:srgbClr val="50665A"/>
                </a:solidFill>
                <a:latin typeface="DejaVu Sans"/>
                <a:ea typeface="DejaVu Sans"/>
                <a:cs typeface="DejaVu Sans"/>
              </a:defRPr>
            </a:pPr>
            <a:r>
              <a:rPr sz="2250">
                <a:solidFill>
                  <a:srgbClr val="50665A"/>
                </a:solidFill>
                <a:latin typeface="DejaVu Sans"/>
                <a:ea typeface="DejaVu Sans"/>
                <a:cs typeface="DejaVu Sans"/>
              </a:rPr>
              <a:t>The release includes the application, PID, SRS, ADD, report, manuals and reviewable technical evidence.</a:t>
            </a:r>
          </a:p>
        </p:txBody>
      </p:sp>
      <p:sp>
        <p:nvSpPr>
          <p:cNvPr id="5" name="conclusion-next">
            <a:extLst xmlns:a="http://schemas.openxmlformats.org/drawingml/2006/main">
              <a:ext uri="{FF2B5EF4-FFF2-40B4-BE49-F238E27FC236}">
                <a16:creationId xmlns:a16="http://schemas.microsoft.com/office/drawing/2014/main" id="{59949BF0-E17A-40A5-823C-2EA8F7131872}"/>
              </a:ext>
            </a:extLst>
          </p:cNvPr>
          <p:cNvSpPr>
            <a:spLocks xmlns:a="http://schemas.openxmlformats.org/drawingml/2006/main" noGrp="1"/>
          </p:cNvSpPr>
          <p:nvPr/>
        </p:nvSpPr>
        <p:spPr>
          <a:xfrm xmlns:a="http://schemas.openxmlformats.org/drawingml/2006/main">
            <a:off x="762000" y="5143500"/>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a:solidFill>
                  <a:srgbClr val="172E25"/>
                </a:solidFill>
                <a:latin typeface="DejaVu Sans"/>
                <a:ea typeface="DejaVu Sans"/>
                <a:cs typeface="DejaVu Sans"/>
              </a:defRPr>
            </a:defPPr>
            <a:lvl1pPr algn="l">
              <a:buNone/>
              <a:defRPr sz="2250">
                <a:solidFill>
                  <a:srgbClr val="172E25"/>
                </a:solidFill>
                <a:latin typeface="DejaVu Sans"/>
                <a:ea typeface="DejaVu Sans"/>
                <a:cs typeface="DejaVu Sans"/>
              </a:defRPr>
            </a:lvl1pPr>
            <a:lvl2pPr algn="l">
              <a:buNone/>
              <a:defRPr sz="2250">
                <a:solidFill>
                  <a:srgbClr val="172E25"/>
                </a:solidFill>
                <a:latin typeface="DejaVu Sans"/>
                <a:ea typeface="DejaVu Sans"/>
                <a:cs typeface="DejaVu Sans"/>
              </a:defRPr>
            </a:lvl2pPr>
            <a:lvl3pPr algn="l">
              <a:buNone/>
              <a:defRPr sz="2250">
                <a:solidFill>
                  <a:srgbClr val="172E25"/>
                </a:solidFill>
                <a:latin typeface="DejaVu Sans"/>
                <a:ea typeface="DejaVu Sans"/>
                <a:cs typeface="DejaVu Sans"/>
              </a:defRPr>
            </a:lvl3pPr>
            <a:lvl4pPr algn="l">
              <a:buNone/>
              <a:defRPr sz="2250">
                <a:solidFill>
                  <a:srgbClr val="172E25"/>
                </a:solidFill>
                <a:latin typeface="DejaVu Sans"/>
                <a:ea typeface="DejaVu Sans"/>
                <a:cs typeface="DejaVu Sans"/>
              </a:defRPr>
            </a:lvl4pPr>
            <a:lvl5pPr algn="l">
              <a:buNone/>
              <a:defRPr sz="2250">
                <a:solidFill>
                  <a:srgbClr val="172E25"/>
                </a:solidFill>
                <a:latin typeface="DejaVu Sans"/>
                <a:ea typeface="DejaVu Sans"/>
                <a:cs typeface="DejaVu Sans"/>
              </a:defRPr>
            </a:lvl5pPr>
            <a:lvl6pPr algn="l">
              <a:buNone/>
              <a:defRPr sz="2250">
                <a:solidFill>
                  <a:srgbClr val="172E25"/>
                </a:solidFill>
                <a:latin typeface="DejaVu Sans"/>
                <a:ea typeface="DejaVu Sans"/>
                <a:cs typeface="DejaVu Sans"/>
              </a:defRPr>
            </a:lvl6pPr>
            <a:lvl7pPr algn="l">
              <a:buNone/>
              <a:defRPr sz="2250">
                <a:solidFill>
                  <a:srgbClr val="172E25"/>
                </a:solidFill>
                <a:latin typeface="DejaVu Sans"/>
                <a:ea typeface="DejaVu Sans"/>
                <a:cs typeface="DejaVu Sans"/>
              </a:defRPr>
            </a:lvl7pPr>
            <a:lvl8pPr algn="l">
              <a:buNone/>
              <a:defRPr sz="2250">
                <a:solidFill>
                  <a:srgbClr val="172E25"/>
                </a:solidFill>
                <a:latin typeface="DejaVu Sans"/>
                <a:ea typeface="DejaVu Sans"/>
                <a:cs typeface="DejaVu Sans"/>
              </a:defRPr>
            </a:lvl8pPr>
            <a:lvl9pPr algn="l">
              <a:buNone/>
              <a:defRPr sz="2250">
                <a:solidFill>
                  <a:srgbClr val="172E25"/>
                </a:solidFill>
                <a:latin typeface="DejaVu Sans"/>
                <a:ea typeface="DejaVu Sans"/>
                <a:cs typeface="DejaVu Sans"/>
              </a:defRPr>
            </a:lvl9pPr>
          </a:lstStyle>
          <a:p xmlns:a="http://schemas.openxmlformats.org/drawingml/2006/main">
            <a:pPr algn="l">
              <a:buNone/>
              <a:defRPr sz="2250">
                <a:solidFill>
                  <a:srgbClr val="172E25"/>
                </a:solidFill>
                <a:latin typeface="DejaVu Sans"/>
                <a:ea typeface="DejaVu Sans"/>
                <a:cs typeface="DejaVu Sans"/>
              </a:defRPr>
            </a:pPr>
            <a:r>
              <a:rPr sz="2250">
                <a:solidFill>
                  <a:srgbClr val="172E25"/>
                </a:solidFill>
                <a:latin typeface="DejaVu Sans"/>
                <a:ea typeface="DejaVu Sans"/>
                <a:cs typeface="DejaVu Sans"/>
              </a:rPr>
              <a:t>Independent live access, reviewed contributions and completed project records support final acceptance.</a:t>
            </a:r>
          </a:p>
        </p:txBody>
      </p:sp>
      <p:sp>
        <p:nvSpPr>
          <p:cNvPr id="6" name="questions">
            <a:extLst xmlns:a="http://schemas.openxmlformats.org/drawingml/2006/main">
              <a:ext uri="{FF2B5EF4-FFF2-40B4-BE49-F238E27FC236}">
                <a16:creationId xmlns:a16="http://schemas.microsoft.com/office/drawing/2014/main" id="{471B03CF-8D22-4F36-A7C7-53F18B3174E9}"/>
              </a:ext>
            </a:extLst>
          </p:cNvPr>
          <p:cNvSpPr>
            <a:spLocks xmlns:a="http://schemas.openxmlformats.org/drawingml/2006/main" noGrp="1"/>
          </p:cNvSpPr>
          <p:nvPr/>
        </p:nvSpPr>
        <p:spPr>
          <a:xfrm xmlns:a="http://schemas.openxmlformats.org/drawingml/2006/main">
            <a:off x="762000" y="61531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075E45"/>
                </a:solidFill>
                <a:latin typeface="DejaVu Sans"/>
                <a:ea typeface="DejaVu Sans"/>
                <a:cs typeface="DejaVu Sans"/>
              </a:defRPr>
            </a:defPPr>
            <a:lvl1pPr>
              <a:buNone/>
              <a:defRPr sz="1950" b="1">
                <a:solidFill>
                  <a:srgbClr val="075E45"/>
                </a:solidFill>
                <a:latin typeface="DejaVu Sans"/>
                <a:ea typeface="DejaVu Sans"/>
                <a:cs typeface="DejaVu Sans"/>
              </a:defRPr>
            </a:lvl1pPr>
            <a:lvl2pPr>
              <a:buNone/>
              <a:defRPr sz="1950" b="1">
                <a:solidFill>
                  <a:srgbClr val="075E45"/>
                </a:solidFill>
                <a:latin typeface="DejaVu Sans"/>
                <a:ea typeface="DejaVu Sans"/>
                <a:cs typeface="DejaVu Sans"/>
              </a:defRPr>
            </a:lvl2pPr>
            <a:lvl3pPr>
              <a:buNone/>
              <a:defRPr sz="1950" b="1">
                <a:solidFill>
                  <a:srgbClr val="075E45"/>
                </a:solidFill>
                <a:latin typeface="DejaVu Sans"/>
                <a:ea typeface="DejaVu Sans"/>
                <a:cs typeface="DejaVu Sans"/>
              </a:defRPr>
            </a:lvl3pPr>
            <a:lvl4pPr>
              <a:buNone/>
              <a:defRPr sz="1950" b="1">
                <a:solidFill>
                  <a:srgbClr val="075E45"/>
                </a:solidFill>
                <a:latin typeface="DejaVu Sans"/>
                <a:ea typeface="DejaVu Sans"/>
                <a:cs typeface="DejaVu Sans"/>
              </a:defRPr>
            </a:lvl4pPr>
            <a:lvl5pPr>
              <a:buNone/>
              <a:defRPr sz="1950" b="1">
                <a:solidFill>
                  <a:srgbClr val="075E45"/>
                </a:solidFill>
                <a:latin typeface="DejaVu Sans"/>
                <a:ea typeface="DejaVu Sans"/>
                <a:cs typeface="DejaVu Sans"/>
              </a:defRPr>
            </a:lvl5pPr>
            <a:lvl6pPr>
              <a:buNone/>
              <a:defRPr sz="1950" b="1">
                <a:solidFill>
                  <a:srgbClr val="075E45"/>
                </a:solidFill>
                <a:latin typeface="DejaVu Sans"/>
                <a:ea typeface="DejaVu Sans"/>
                <a:cs typeface="DejaVu Sans"/>
              </a:defRPr>
            </a:lvl6pPr>
            <a:lvl7pPr>
              <a:buNone/>
              <a:defRPr sz="1950" b="1">
                <a:solidFill>
                  <a:srgbClr val="075E45"/>
                </a:solidFill>
                <a:latin typeface="DejaVu Sans"/>
                <a:ea typeface="DejaVu Sans"/>
                <a:cs typeface="DejaVu Sans"/>
              </a:defRPr>
            </a:lvl7pPr>
            <a:lvl8pPr>
              <a:buNone/>
              <a:defRPr sz="1950" b="1">
                <a:solidFill>
                  <a:srgbClr val="075E45"/>
                </a:solidFill>
                <a:latin typeface="DejaVu Sans"/>
                <a:ea typeface="DejaVu Sans"/>
                <a:cs typeface="DejaVu Sans"/>
              </a:defRPr>
            </a:lvl8pPr>
            <a:lvl9pPr>
              <a:buNone/>
              <a:defRPr sz="1950" b="1">
                <a:solidFill>
                  <a:srgbClr val="075E45"/>
                </a:solidFill>
                <a:latin typeface="DejaVu Sans"/>
                <a:ea typeface="DejaVu Sans"/>
                <a:cs typeface="DejaVu Sans"/>
              </a:defRPr>
            </a:lvl9pPr>
          </a:lstStyle>
          <a:p xmlns:a="http://schemas.openxmlformats.org/drawingml/2006/main">
            <a:pPr>
              <a:buNone/>
              <a:defRPr sz="1950" b="1">
                <a:solidFill>
                  <a:srgbClr val="075E45"/>
                </a:solidFill>
                <a:latin typeface="DejaVu Sans"/>
                <a:ea typeface="DejaVu Sans"/>
                <a:cs typeface="DejaVu Sans"/>
              </a:defRPr>
            </a:pPr>
            <a:r>
              <a:rPr sz="1950" b="1">
                <a:solidFill>
                  <a:srgbClr val="075E45"/>
                </a:solidFill>
                <a:latin typeface="DejaVu Sans"/>
                <a:ea typeface="DejaVu Sans"/>
                <a:cs typeface="DejaVu Sans"/>
              </a:rPr>
              <a:t>Questions</a:t>
            </a:r>
          </a:p>
        </p:txBody>
      </p:sp>
    </p:spTree>
    <p:extLst>
      <p:ext uri="{BB962C8B-B14F-4D97-AF65-F5344CB8AC3E}">
        <p14:creationId xmlns:p14="http://schemas.microsoft.com/office/powerpoint/2010/main" val="121234128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2AB7AE75-7F48-4AB1-8738-DB6BA83CA0AD}"/>
              </a:ext>
            </a:extLst>
          </p:cNvPr>
          <p:cNvSpPr>
            <a:spLocks xmlns:a="http://schemas.openxmlformats.org/drawingml/2006/main" noGrp="1"/>
          </p:cNvSpPr>
          <p:nvPr/>
        </p:nvSpPr>
        <p:spPr>
          <a:xfrm xmlns:a="http://schemas.openxmlformats.org/drawingml/2006/main">
            <a:off x="609600" y="4191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075E45"/>
                </a:solidFill>
                <a:latin typeface="DejaVu Sans"/>
                <a:ea typeface="DejaVu Sans"/>
                <a:cs typeface="DejaVu Sans"/>
              </a:defRPr>
            </a:defPPr>
            <a:lvl1pPr>
              <a:buNone/>
              <a:defRPr sz="3300" b="1">
                <a:solidFill>
                  <a:srgbClr val="075E45"/>
                </a:solidFill>
                <a:latin typeface="DejaVu Sans"/>
                <a:ea typeface="DejaVu Sans"/>
                <a:cs typeface="DejaVu Sans"/>
              </a:defRPr>
            </a:lvl1pPr>
            <a:lvl2pPr>
              <a:buNone/>
              <a:defRPr sz="3300" b="1">
                <a:solidFill>
                  <a:srgbClr val="075E45"/>
                </a:solidFill>
                <a:latin typeface="DejaVu Sans"/>
                <a:ea typeface="DejaVu Sans"/>
                <a:cs typeface="DejaVu Sans"/>
              </a:defRPr>
            </a:lvl2pPr>
            <a:lvl3pPr>
              <a:buNone/>
              <a:defRPr sz="3300" b="1">
                <a:solidFill>
                  <a:srgbClr val="075E45"/>
                </a:solidFill>
                <a:latin typeface="DejaVu Sans"/>
                <a:ea typeface="DejaVu Sans"/>
                <a:cs typeface="DejaVu Sans"/>
              </a:defRPr>
            </a:lvl3pPr>
            <a:lvl4pPr>
              <a:buNone/>
              <a:defRPr sz="3300" b="1">
                <a:solidFill>
                  <a:srgbClr val="075E45"/>
                </a:solidFill>
                <a:latin typeface="DejaVu Sans"/>
                <a:ea typeface="DejaVu Sans"/>
                <a:cs typeface="DejaVu Sans"/>
              </a:defRPr>
            </a:lvl4pPr>
            <a:lvl5pPr>
              <a:buNone/>
              <a:defRPr sz="3300" b="1">
                <a:solidFill>
                  <a:srgbClr val="075E45"/>
                </a:solidFill>
                <a:latin typeface="DejaVu Sans"/>
                <a:ea typeface="DejaVu Sans"/>
                <a:cs typeface="DejaVu Sans"/>
              </a:defRPr>
            </a:lvl5pPr>
            <a:lvl6pPr>
              <a:buNone/>
              <a:defRPr sz="3300" b="1">
                <a:solidFill>
                  <a:srgbClr val="075E45"/>
                </a:solidFill>
                <a:latin typeface="DejaVu Sans"/>
                <a:ea typeface="DejaVu Sans"/>
                <a:cs typeface="DejaVu Sans"/>
              </a:defRPr>
            </a:lvl6pPr>
            <a:lvl7pPr>
              <a:buNone/>
              <a:defRPr sz="3300" b="1">
                <a:solidFill>
                  <a:srgbClr val="075E45"/>
                </a:solidFill>
                <a:latin typeface="DejaVu Sans"/>
                <a:ea typeface="DejaVu Sans"/>
                <a:cs typeface="DejaVu Sans"/>
              </a:defRPr>
            </a:lvl7pPr>
            <a:lvl8pPr>
              <a:buNone/>
              <a:defRPr sz="3300" b="1">
                <a:solidFill>
                  <a:srgbClr val="075E45"/>
                </a:solidFill>
                <a:latin typeface="DejaVu Sans"/>
                <a:ea typeface="DejaVu Sans"/>
                <a:cs typeface="DejaVu Sans"/>
              </a:defRPr>
            </a:lvl8pPr>
            <a:lvl9pPr>
              <a:buNone/>
              <a:defRPr sz="3300" b="1">
                <a:solidFill>
                  <a:srgbClr val="075E45"/>
                </a:solidFill>
                <a:latin typeface="DejaVu Sans"/>
                <a:ea typeface="DejaVu Sans"/>
                <a:cs typeface="DejaVu Sans"/>
              </a:defRPr>
            </a:lvl9pPr>
          </a:lstStyle>
          <a:p xmlns:a="http://schemas.openxmlformats.org/drawingml/2006/main">
            <a:pPr>
              <a:buNone/>
              <a:defRPr sz="3300" b="1">
                <a:solidFill>
                  <a:srgbClr val="075E45"/>
                </a:solidFill>
                <a:latin typeface="DejaVu Sans"/>
                <a:ea typeface="DejaVu Sans"/>
                <a:cs typeface="DejaVu Sans"/>
              </a:defRPr>
            </a:pPr>
            <a:r>
              <a:rPr sz="3300" b="1">
                <a:solidFill>
                  <a:srgbClr val="075E45"/>
                </a:solidFill>
                <a:latin typeface="DejaVu Sans"/>
                <a:ea typeface="DejaVu Sans"/>
                <a:cs typeface="DejaVu Sans"/>
              </a:rPr>
              <a:t>Selected references</a:t>
            </a:r>
          </a:p>
        </p:txBody>
      </p:sp>
      <p:sp>
        <p:nvSpPr>
          <p:cNvPr id="2" name="page">
            <a:extLst xmlns:a="http://schemas.openxmlformats.org/drawingml/2006/main">
              <a:ext uri="{FF2B5EF4-FFF2-40B4-BE49-F238E27FC236}">
                <a16:creationId xmlns:a16="http://schemas.microsoft.com/office/drawing/2014/main" id="{55DFE627-8F59-4BDC-ABE1-9DD5BC8483F0}"/>
              </a:ext>
            </a:extLst>
          </p:cNvPr>
          <p:cNvSpPr>
            <a:spLocks xmlns:a="http://schemas.openxmlformats.org/drawingml/2006/main" noGrp="1"/>
          </p:cNvSpPr>
          <p:nvPr/>
        </p:nvSpPr>
        <p:spPr>
          <a:xfrm xmlns:a="http://schemas.openxmlformats.org/drawingml/2006/main">
            <a:off x="11049000" y="6429375"/>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a:solidFill>
                  <a:srgbClr val="50665A"/>
                </a:solidFill>
                <a:latin typeface="DejaVu Sans"/>
                <a:ea typeface="DejaVu Sans"/>
                <a:cs typeface="DejaVu Sans"/>
              </a:defRPr>
            </a:defPPr>
            <a:lvl1pPr algn="r">
              <a:buNone/>
              <a:defRPr sz="1125">
                <a:solidFill>
                  <a:srgbClr val="50665A"/>
                </a:solidFill>
                <a:latin typeface="DejaVu Sans"/>
                <a:ea typeface="DejaVu Sans"/>
                <a:cs typeface="DejaVu Sans"/>
              </a:defRPr>
            </a:lvl1pPr>
            <a:lvl2pPr algn="r">
              <a:buNone/>
              <a:defRPr sz="1125">
                <a:solidFill>
                  <a:srgbClr val="50665A"/>
                </a:solidFill>
                <a:latin typeface="DejaVu Sans"/>
                <a:ea typeface="DejaVu Sans"/>
                <a:cs typeface="DejaVu Sans"/>
              </a:defRPr>
            </a:lvl2pPr>
            <a:lvl3pPr algn="r">
              <a:buNone/>
              <a:defRPr sz="1125">
                <a:solidFill>
                  <a:srgbClr val="50665A"/>
                </a:solidFill>
                <a:latin typeface="DejaVu Sans"/>
                <a:ea typeface="DejaVu Sans"/>
                <a:cs typeface="DejaVu Sans"/>
              </a:defRPr>
            </a:lvl3pPr>
            <a:lvl4pPr algn="r">
              <a:buNone/>
              <a:defRPr sz="1125">
                <a:solidFill>
                  <a:srgbClr val="50665A"/>
                </a:solidFill>
                <a:latin typeface="DejaVu Sans"/>
                <a:ea typeface="DejaVu Sans"/>
                <a:cs typeface="DejaVu Sans"/>
              </a:defRPr>
            </a:lvl4pPr>
            <a:lvl5pPr algn="r">
              <a:buNone/>
              <a:defRPr sz="1125">
                <a:solidFill>
                  <a:srgbClr val="50665A"/>
                </a:solidFill>
                <a:latin typeface="DejaVu Sans"/>
                <a:ea typeface="DejaVu Sans"/>
                <a:cs typeface="DejaVu Sans"/>
              </a:defRPr>
            </a:lvl5pPr>
            <a:lvl6pPr algn="r">
              <a:buNone/>
              <a:defRPr sz="1125">
                <a:solidFill>
                  <a:srgbClr val="50665A"/>
                </a:solidFill>
                <a:latin typeface="DejaVu Sans"/>
                <a:ea typeface="DejaVu Sans"/>
                <a:cs typeface="DejaVu Sans"/>
              </a:defRPr>
            </a:lvl6pPr>
            <a:lvl7pPr algn="r">
              <a:buNone/>
              <a:defRPr sz="1125">
                <a:solidFill>
                  <a:srgbClr val="50665A"/>
                </a:solidFill>
                <a:latin typeface="DejaVu Sans"/>
                <a:ea typeface="DejaVu Sans"/>
                <a:cs typeface="DejaVu Sans"/>
              </a:defRPr>
            </a:lvl7pPr>
            <a:lvl8pPr algn="r">
              <a:buNone/>
              <a:defRPr sz="1125">
                <a:solidFill>
                  <a:srgbClr val="50665A"/>
                </a:solidFill>
                <a:latin typeface="DejaVu Sans"/>
                <a:ea typeface="DejaVu Sans"/>
                <a:cs typeface="DejaVu Sans"/>
              </a:defRPr>
            </a:lvl8pPr>
            <a:lvl9pPr algn="r">
              <a:buNone/>
              <a:defRPr sz="1125">
                <a:solidFill>
                  <a:srgbClr val="50665A"/>
                </a:solidFill>
                <a:latin typeface="DejaVu Sans"/>
                <a:ea typeface="DejaVu Sans"/>
                <a:cs typeface="DejaVu Sans"/>
              </a:defRPr>
            </a:lvl9pPr>
          </a:lstStyle>
          <a:p xmlns:a="http://schemas.openxmlformats.org/drawingml/2006/main">
            <a:pPr algn="r">
              <a:buNone/>
              <a:defRPr sz="1125">
                <a:solidFill>
                  <a:srgbClr val="50665A"/>
                </a:solidFill>
                <a:latin typeface="DejaVu Sans"/>
                <a:ea typeface="DejaVu Sans"/>
                <a:cs typeface="DejaVu Sans"/>
              </a:defRPr>
            </a:pPr>
            <a:r>
              <a:rPr sz="1125">
                <a:solidFill>
                  <a:srgbClr val="50665A"/>
                </a:solidFill>
                <a:latin typeface="DejaVu Sans"/>
                <a:ea typeface="DejaVu Sans"/>
                <a:cs typeface="DejaVu Sans"/>
              </a:rPr>
              <a:t>20</a:t>
            </a:r>
          </a:p>
        </p:txBody>
      </p:sp>
      <p:sp>
        <p:nvSpPr>
          <p:cNvPr id="3" name="reference-0">
            <a:extLst xmlns:a="http://schemas.openxmlformats.org/drawingml/2006/main">
              <a:ext uri="{FF2B5EF4-FFF2-40B4-BE49-F238E27FC236}">
                <a16:creationId xmlns:a16="http://schemas.microsoft.com/office/drawing/2014/main" id="{4D533C05-E30C-45B3-94C3-2E438696965C}"/>
              </a:ext>
            </a:extLst>
          </p:cNvPr>
          <p:cNvSpPr>
            <a:spLocks xmlns:a="http://schemas.openxmlformats.org/drawingml/2006/main" noGrp="1"/>
          </p:cNvSpPr>
          <p:nvPr/>
        </p:nvSpPr>
        <p:spPr>
          <a:xfrm xmlns:a="http://schemas.openxmlformats.org/drawingml/2006/main">
            <a:off x="723900" y="1724025"/>
            <a:ext cx="1071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rgbClr val="172E25"/>
                </a:solidFill>
                <a:latin typeface="DejaVu Sans"/>
                <a:ea typeface="DejaVu Sans"/>
                <a:cs typeface="DejaVu Sans"/>
              </a:defRPr>
            </a:defPPr>
            <a:lvl1pPr>
              <a:buNone/>
              <a:defRPr sz="1875">
                <a:solidFill>
                  <a:srgbClr val="172E25"/>
                </a:solidFill>
                <a:latin typeface="DejaVu Sans"/>
                <a:ea typeface="DejaVu Sans"/>
                <a:cs typeface="DejaVu Sans"/>
              </a:defRPr>
            </a:lvl1pPr>
            <a:lvl2pPr>
              <a:buNone/>
              <a:defRPr sz="1875">
                <a:solidFill>
                  <a:srgbClr val="172E25"/>
                </a:solidFill>
                <a:latin typeface="DejaVu Sans"/>
                <a:ea typeface="DejaVu Sans"/>
                <a:cs typeface="DejaVu Sans"/>
              </a:defRPr>
            </a:lvl2pPr>
            <a:lvl3pPr>
              <a:buNone/>
              <a:defRPr sz="1875">
                <a:solidFill>
                  <a:srgbClr val="172E25"/>
                </a:solidFill>
                <a:latin typeface="DejaVu Sans"/>
                <a:ea typeface="DejaVu Sans"/>
                <a:cs typeface="DejaVu Sans"/>
              </a:defRPr>
            </a:lvl3pPr>
            <a:lvl4pPr>
              <a:buNone/>
              <a:defRPr sz="1875">
                <a:solidFill>
                  <a:srgbClr val="172E25"/>
                </a:solidFill>
                <a:latin typeface="DejaVu Sans"/>
                <a:ea typeface="DejaVu Sans"/>
                <a:cs typeface="DejaVu Sans"/>
              </a:defRPr>
            </a:lvl4pPr>
            <a:lvl5pPr>
              <a:buNone/>
              <a:defRPr sz="1875">
                <a:solidFill>
                  <a:srgbClr val="172E25"/>
                </a:solidFill>
                <a:latin typeface="DejaVu Sans"/>
                <a:ea typeface="DejaVu Sans"/>
                <a:cs typeface="DejaVu Sans"/>
              </a:defRPr>
            </a:lvl5pPr>
            <a:lvl6pPr>
              <a:buNone/>
              <a:defRPr sz="1875">
                <a:solidFill>
                  <a:srgbClr val="172E25"/>
                </a:solidFill>
                <a:latin typeface="DejaVu Sans"/>
                <a:ea typeface="DejaVu Sans"/>
                <a:cs typeface="DejaVu Sans"/>
              </a:defRPr>
            </a:lvl6pPr>
            <a:lvl7pPr>
              <a:buNone/>
              <a:defRPr sz="1875">
                <a:solidFill>
                  <a:srgbClr val="172E25"/>
                </a:solidFill>
                <a:latin typeface="DejaVu Sans"/>
                <a:ea typeface="DejaVu Sans"/>
                <a:cs typeface="DejaVu Sans"/>
              </a:defRPr>
            </a:lvl7pPr>
            <a:lvl8pPr>
              <a:buNone/>
              <a:defRPr sz="1875">
                <a:solidFill>
                  <a:srgbClr val="172E25"/>
                </a:solidFill>
                <a:latin typeface="DejaVu Sans"/>
                <a:ea typeface="DejaVu Sans"/>
                <a:cs typeface="DejaVu Sans"/>
              </a:defRPr>
            </a:lvl8pPr>
            <a:lvl9pPr>
              <a:buNone/>
              <a:defRPr sz="1875">
                <a:solidFill>
                  <a:srgbClr val="172E25"/>
                </a:solidFill>
                <a:latin typeface="DejaVu Sans"/>
                <a:ea typeface="DejaVu Sans"/>
                <a:cs typeface="DejaVu Sans"/>
              </a:defRPr>
            </a:lvl9pPr>
          </a:lstStyle>
          <a:p xmlns:a="http://schemas.openxmlformats.org/drawingml/2006/main">
            <a:pPr>
              <a:buNone/>
              <a:defRPr sz="1875">
                <a:solidFill>
                  <a:srgbClr val="172E25"/>
                </a:solidFill>
                <a:latin typeface="DejaVu Sans"/>
                <a:ea typeface="DejaVu Sans"/>
                <a:cs typeface="DejaVu Sans"/>
              </a:defRPr>
            </a:pPr>
            <a:r>
              <a:rPr sz="1875">
                <a:solidFill>
                  <a:srgbClr val="172E25"/>
                </a:solidFill>
                <a:latin typeface="DejaVu Sans"/>
                <a:ea typeface="DejaVu Sans"/>
                <a:cs typeface="DejaVu Sans"/>
              </a:rPr>
              <a:t>United Nations DESA 2024   UN E Government Survey</a:t>
            </a:r>
          </a:p>
        </p:txBody>
      </p:sp>
      <p:sp>
        <p:nvSpPr>
          <p:cNvPr id="4" name="reference-1">
            <a:extLst xmlns:a="http://schemas.openxmlformats.org/drawingml/2006/main">
              <a:ext uri="{FF2B5EF4-FFF2-40B4-BE49-F238E27FC236}">
                <a16:creationId xmlns:a16="http://schemas.microsoft.com/office/drawing/2014/main" id="{06CD10D1-F4E3-490A-A346-019B2DFFBB15}"/>
              </a:ext>
            </a:extLst>
          </p:cNvPr>
          <p:cNvSpPr>
            <a:spLocks xmlns:a="http://schemas.openxmlformats.org/drawingml/2006/main" noGrp="1"/>
          </p:cNvSpPr>
          <p:nvPr/>
        </p:nvSpPr>
        <p:spPr>
          <a:xfrm xmlns:a="http://schemas.openxmlformats.org/drawingml/2006/main">
            <a:off x="723900" y="2286000"/>
            <a:ext cx="1071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rgbClr val="172E25"/>
                </a:solidFill>
                <a:latin typeface="DejaVu Sans"/>
                <a:ea typeface="DejaVu Sans"/>
                <a:cs typeface="DejaVu Sans"/>
              </a:defRPr>
            </a:defPPr>
            <a:lvl1pPr>
              <a:buNone/>
              <a:defRPr sz="1875">
                <a:solidFill>
                  <a:srgbClr val="172E25"/>
                </a:solidFill>
                <a:latin typeface="DejaVu Sans"/>
                <a:ea typeface="DejaVu Sans"/>
                <a:cs typeface="DejaVu Sans"/>
              </a:defRPr>
            </a:lvl1pPr>
            <a:lvl2pPr>
              <a:buNone/>
              <a:defRPr sz="1875">
                <a:solidFill>
                  <a:srgbClr val="172E25"/>
                </a:solidFill>
                <a:latin typeface="DejaVu Sans"/>
                <a:ea typeface="DejaVu Sans"/>
                <a:cs typeface="DejaVu Sans"/>
              </a:defRPr>
            </a:lvl2pPr>
            <a:lvl3pPr>
              <a:buNone/>
              <a:defRPr sz="1875">
                <a:solidFill>
                  <a:srgbClr val="172E25"/>
                </a:solidFill>
                <a:latin typeface="DejaVu Sans"/>
                <a:ea typeface="DejaVu Sans"/>
                <a:cs typeface="DejaVu Sans"/>
              </a:defRPr>
            </a:lvl3pPr>
            <a:lvl4pPr>
              <a:buNone/>
              <a:defRPr sz="1875">
                <a:solidFill>
                  <a:srgbClr val="172E25"/>
                </a:solidFill>
                <a:latin typeface="DejaVu Sans"/>
                <a:ea typeface="DejaVu Sans"/>
                <a:cs typeface="DejaVu Sans"/>
              </a:defRPr>
            </a:lvl4pPr>
            <a:lvl5pPr>
              <a:buNone/>
              <a:defRPr sz="1875">
                <a:solidFill>
                  <a:srgbClr val="172E25"/>
                </a:solidFill>
                <a:latin typeface="DejaVu Sans"/>
                <a:ea typeface="DejaVu Sans"/>
                <a:cs typeface="DejaVu Sans"/>
              </a:defRPr>
            </a:lvl5pPr>
            <a:lvl6pPr>
              <a:buNone/>
              <a:defRPr sz="1875">
                <a:solidFill>
                  <a:srgbClr val="172E25"/>
                </a:solidFill>
                <a:latin typeface="DejaVu Sans"/>
                <a:ea typeface="DejaVu Sans"/>
                <a:cs typeface="DejaVu Sans"/>
              </a:defRPr>
            </a:lvl6pPr>
            <a:lvl7pPr>
              <a:buNone/>
              <a:defRPr sz="1875">
                <a:solidFill>
                  <a:srgbClr val="172E25"/>
                </a:solidFill>
                <a:latin typeface="DejaVu Sans"/>
                <a:ea typeface="DejaVu Sans"/>
                <a:cs typeface="DejaVu Sans"/>
              </a:defRPr>
            </a:lvl7pPr>
            <a:lvl8pPr>
              <a:buNone/>
              <a:defRPr sz="1875">
                <a:solidFill>
                  <a:srgbClr val="172E25"/>
                </a:solidFill>
                <a:latin typeface="DejaVu Sans"/>
                <a:ea typeface="DejaVu Sans"/>
                <a:cs typeface="DejaVu Sans"/>
              </a:defRPr>
            </a:lvl8pPr>
            <a:lvl9pPr>
              <a:buNone/>
              <a:defRPr sz="1875">
                <a:solidFill>
                  <a:srgbClr val="172E25"/>
                </a:solidFill>
                <a:latin typeface="DejaVu Sans"/>
                <a:ea typeface="DejaVu Sans"/>
                <a:cs typeface="DejaVu Sans"/>
              </a:defRPr>
            </a:lvl9pPr>
          </a:lstStyle>
          <a:p xmlns:a="http://schemas.openxmlformats.org/drawingml/2006/main">
            <a:pPr>
              <a:buNone/>
              <a:defRPr sz="1875">
                <a:solidFill>
                  <a:srgbClr val="172E25"/>
                </a:solidFill>
                <a:latin typeface="DejaVu Sans"/>
                <a:ea typeface="DejaVu Sans"/>
                <a:cs typeface="DejaVu Sans"/>
              </a:defRPr>
            </a:pPr>
            <a:r>
              <a:rPr sz="1875">
                <a:solidFill>
                  <a:srgbClr val="172E25"/>
                </a:solidFill>
                <a:latin typeface="DejaVu Sans"/>
                <a:ea typeface="DejaVu Sans"/>
                <a:cs typeface="DejaVu Sans"/>
              </a:rPr>
              <a:t>World Bank   GovTech Maturity Index</a:t>
            </a:r>
          </a:p>
        </p:txBody>
      </p:sp>
      <p:sp>
        <p:nvSpPr>
          <p:cNvPr id="5" name="reference-2">
            <a:extLst xmlns:a="http://schemas.openxmlformats.org/drawingml/2006/main">
              <a:ext uri="{FF2B5EF4-FFF2-40B4-BE49-F238E27FC236}">
                <a16:creationId xmlns:a16="http://schemas.microsoft.com/office/drawing/2014/main" id="{A9974DCD-061E-44CB-9871-6BC8FD627AA3}"/>
              </a:ext>
            </a:extLst>
          </p:cNvPr>
          <p:cNvSpPr>
            <a:spLocks xmlns:a="http://schemas.openxmlformats.org/drawingml/2006/main" noGrp="1"/>
          </p:cNvSpPr>
          <p:nvPr/>
        </p:nvSpPr>
        <p:spPr>
          <a:xfrm xmlns:a="http://schemas.openxmlformats.org/drawingml/2006/main">
            <a:off x="723900" y="2847975"/>
            <a:ext cx="1071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rgbClr val="172E25"/>
                </a:solidFill>
                <a:latin typeface="DejaVu Sans"/>
                <a:ea typeface="DejaVu Sans"/>
                <a:cs typeface="DejaVu Sans"/>
              </a:defRPr>
            </a:defPPr>
            <a:lvl1pPr>
              <a:buNone/>
              <a:defRPr sz="1875">
                <a:solidFill>
                  <a:srgbClr val="172E25"/>
                </a:solidFill>
                <a:latin typeface="DejaVu Sans"/>
                <a:ea typeface="DejaVu Sans"/>
                <a:cs typeface="DejaVu Sans"/>
              </a:defRPr>
            </a:lvl1pPr>
            <a:lvl2pPr>
              <a:buNone/>
              <a:defRPr sz="1875">
                <a:solidFill>
                  <a:srgbClr val="172E25"/>
                </a:solidFill>
                <a:latin typeface="DejaVu Sans"/>
                <a:ea typeface="DejaVu Sans"/>
                <a:cs typeface="DejaVu Sans"/>
              </a:defRPr>
            </a:lvl2pPr>
            <a:lvl3pPr>
              <a:buNone/>
              <a:defRPr sz="1875">
                <a:solidFill>
                  <a:srgbClr val="172E25"/>
                </a:solidFill>
                <a:latin typeface="DejaVu Sans"/>
                <a:ea typeface="DejaVu Sans"/>
                <a:cs typeface="DejaVu Sans"/>
              </a:defRPr>
            </a:lvl3pPr>
            <a:lvl4pPr>
              <a:buNone/>
              <a:defRPr sz="1875">
                <a:solidFill>
                  <a:srgbClr val="172E25"/>
                </a:solidFill>
                <a:latin typeface="DejaVu Sans"/>
                <a:ea typeface="DejaVu Sans"/>
                <a:cs typeface="DejaVu Sans"/>
              </a:defRPr>
            </a:lvl4pPr>
            <a:lvl5pPr>
              <a:buNone/>
              <a:defRPr sz="1875">
                <a:solidFill>
                  <a:srgbClr val="172E25"/>
                </a:solidFill>
                <a:latin typeface="DejaVu Sans"/>
                <a:ea typeface="DejaVu Sans"/>
                <a:cs typeface="DejaVu Sans"/>
              </a:defRPr>
            </a:lvl5pPr>
            <a:lvl6pPr>
              <a:buNone/>
              <a:defRPr sz="1875">
                <a:solidFill>
                  <a:srgbClr val="172E25"/>
                </a:solidFill>
                <a:latin typeface="DejaVu Sans"/>
                <a:ea typeface="DejaVu Sans"/>
                <a:cs typeface="DejaVu Sans"/>
              </a:defRPr>
            </a:lvl6pPr>
            <a:lvl7pPr>
              <a:buNone/>
              <a:defRPr sz="1875">
                <a:solidFill>
                  <a:srgbClr val="172E25"/>
                </a:solidFill>
                <a:latin typeface="DejaVu Sans"/>
                <a:ea typeface="DejaVu Sans"/>
                <a:cs typeface="DejaVu Sans"/>
              </a:defRPr>
            </a:lvl7pPr>
            <a:lvl8pPr>
              <a:buNone/>
              <a:defRPr sz="1875">
                <a:solidFill>
                  <a:srgbClr val="172E25"/>
                </a:solidFill>
                <a:latin typeface="DejaVu Sans"/>
                <a:ea typeface="DejaVu Sans"/>
                <a:cs typeface="DejaVu Sans"/>
              </a:defRPr>
            </a:lvl8pPr>
            <a:lvl9pPr>
              <a:buNone/>
              <a:defRPr sz="1875">
                <a:solidFill>
                  <a:srgbClr val="172E25"/>
                </a:solidFill>
                <a:latin typeface="DejaVu Sans"/>
                <a:ea typeface="DejaVu Sans"/>
                <a:cs typeface="DejaVu Sans"/>
              </a:defRPr>
            </a:lvl9pPr>
          </a:lstStyle>
          <a:p xmlns:a="http://schemas.openxmlformats.org/drawingml/2006/main">
            <a:pPr>
              <a:buNone/>
              <a:defRPr sz="1875">
                <a:solidFill>
                  <a:srgbClr val="172E25"/>
                </a:solidFill>
                <a:latin typeface="DejaVu Sans"/>
                <a:ea typeface="DejaVu Sans"/>
                <a:cs typeface="DejaVu Sans"/>
              </a:defRPr>
            </a:pPr>
            <a:r>
              <a:rPr sz="1875">
                <a:solidFill>
                  <a:srgbClr val="172E25"/>
                </a:solidFill>
                <a:latin typeface="DejaVu Sans"/>
                <a:ea typeface="DejaVu Sans"/>
                <a:cs typeface="DejaVu Sans"/>
              </a:rPr>
              <a:t>Hevner and colleagues 2004   Design science in information systems</a:t>
            </a:r>
          </a:p>
        </p:txBody>
      </p:sp>
      <p:sp>
        <p:nvSpPr>
          <p:cNvPr id="6" name="reference-3">
            <a:extLst xmlns:a="http://schemas.openxmlformats.org/drawingml/2006/main">
              <a:ext uri="{FF2B5EF4-FFF2-40B4-BE49-F238E27FC236}">
                <a16:creationId xmlns:a16="http://schemas.microsoft.com/office/drawing/2014/main" id="{76B89E69-4D49-4CC5-894C-2E3091DD6115}"/>
              </a:ext>
            </a:extLst>
          </p:cNvPr>
          <p:cNvSpPr>
            <a:spLocks xmlns:a="http://schemas.openxmlformats.org/drawingml/2006/main" noGrp="1"/>
          </p:cNvSpPr>
          <p:nvPr/>
        </p:nvSpPr>
        <p:spPr>
          <a:xfrm xmlns:a="http://schemas.openxmlformats.org/drawingml/2006/main">
            <a:off x="723900" y="3409950"/>
            <a:ext cx="1071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rgbClr val="172E25"/>
                </a:solidFill>
                <a:latin typeface="DejaVu Sans"/>
                <a:ea typeface="DejaVu Sans"/>
                <a:cs typeface="DejaVu Sans"/>
              </a:defRPr>
            </a:defPPr>
            <a:lvl1pPr>
              <a:buNone/>
              <a:defRPr sz="1875">
                <a:solidFill>
                  <a:srgbClr val="172E25"/>
                </a:solidFill>
                <a:latin typeface="DejaVu Sans"/>
                <a:ea typeface="DejaVu Sans"/>
                <a:cs typeface="DejaVu Sans"/>
              </a:defRPr>
            </a:lvl1pPr>
            <a:lvl2pPr>
              <a:buNone/>
              <a:defRPr sz="1875">
                <a:solidFill>
                  <a:srgbClr val="172E25"/>
                </a:solidFill>
                <a:latin typeface="DejaVu Sans"/>
                <a:ea typeface="DejaVu Sans"/>
                <a:cs typeface="DejaVu Sans"/>
              </a:defRPr>
            </a:lvl2pPr>
            <a:lvl3pPr>
              <a:buNone/>
              <a:defRPr sz="1875">
                <a:solidFill>
                  <a:srgbClr val="172E25"/>
                </a:solidFill>
                <a:latin typeface="DejaVu Sans"/>
                <a:ea typeface="DejaVu Sans"/>
                <a:cs typeface="DejaVu Sans"/>
              </a:defRPr>
            </a:lvl3pPr>
            <a:lvl4pPr>
              <a:buNone/>
              <a:defRPr sz="1875">
                <a:solidFill>
                  <a:srgbClr val="172E25"/>
                </a:solidFill>
                <a:latin typeface="DejaVu Sans"/>
                <a:ea typeface="DejaVu Sans"/>
                <a:cs typeface="DejaVu Sans"/>
              </a:defRPr>
            </a:lvl4pPr>
            <a:lvl5pPr>
              <a:buNone/>
              <a:defRPr sz="1875">
                <a:solidFill>
                  <a:srgbClr val="172E25"/>
                </a:solidFill>
                <a:latin typeface="DejaVu Sans"/>
                <a:ea typeface="DejaVu Sans"/>
                <a:cs typeface="DejaVu Sans"/>
              </a:defRPr>
            </a:lvl5pPr>
            <a:lvl6pPr>
              <a:buNone/>
              <a:defRPr sz="1875">
                <a:solidFill>
                  <a:srgbClr val="172E25"/>
                </a:solidFill>
                <a:latin typeface="DejaVu Sans"/>
                <a:ea typeface="DejaVu Sans"/>
                <a:cs typeface="DejaVu Sans"/>
              </a:defRPr>
            </a:lvl6pPr>
            <a:lvl7pPr>
              <a:buNone/>
              <a:defRPr sz="1875">
                <a:solidFill>
                  <a:srgbClr val="172E25"/>
                </a:solidFill>
                <a:latin typeface="DejaVu Sans"/>
                <a:ea typeface="DejaVu Sans"/>
                <a:cs typeface="DejaVu Sans"/>
              </a:defRPr>
            </a:lvl7pPr>
            <a:lvl8pPr>
              <a:buNone/>
              <a:defRPr sz="1875">
                <a:solidFill>
                  <a:srgbClr val="172E25"/>
                </a:solidFill>
                <a:latin typeface="DejaVu Sans"/>
                <a:ea typeface="DejaVu Sans"/>
                <a:cs typeface="DejaVu Sans"/>
              </a:defRPr>
            </a:lvl8pPr>
            <a:lvl9pPr>
              <a:buNone/>
              <a:defRPr sz="1875">
                <a:solidFill>
                  <a:srgbClr val="172E25"/>
                </a:solidFill>
                <a:latin typeface="DejaVu Sans"/>
                <a:ea typeface="DejaVu Sans"/>
                <a:cs typeface="DejaVu Sans"/>
              </a:defRPr>
            </a:lvl9pPr>
          </a:lstStyle>
          <a:p xmlns:a="http://schemas.openxmlformats.org/drawingml/2006/main">
            <a:pPr>
              <a:buNone/>
              <a:defRPr sz="1875">
                <a:solidFill>
                  <a:srgbClr val="172E25"/>
                </a:solidFill>
                <a:latin typeface="DejaVu Sans"/>
                <a:ea typeface="DejaVu Sans"/>
                <a:cs typeface="DejaVu Sans"/>
              </a:defRPr>
            </a:pPr>
            <a:r>
              <a:rPr sz="1875">
                <a:solidFill>
                  <a:srgbClr val="172E25"/>
                </a:solidFill>
                <a:latin typeface="DejaVu Sans"/>
                <a:ea typeface="DejaVu Sans"/>
                <a:cs typeface="DejaVu Sans"/>
              </a:rPr>
              <a:t>Davis 1989   Perceived usefulness and perceived ease of use</a:t>
            </a:r>
          </a:p>
        </p:txBody>
      </p:sp>
      <p:sp>
        <p:nvSpPr>
          <p:cNvPr id="7" name="reference-4">
            <a:extLst xmlns:a="http://schemas.openxmlformats.org/drawingml/2006/main">
              <a:ext uri="{FF2B5EF4-FFF2-40B4-BE49-F238E27FC236}">
                <a16:creationId xmlns:a16="http://schemas.microsoft.com/office/drawing/2014/main" id="{EE8F7174-E50E-485E-B2C1-BB6DA9921D26}"/>
              </a:ext>
            </a:extLst>
          </p:cNvPr>
          <p:cNvSpPr>
            <a:spLocks xmlns:a="http://schemas.openxmlformats.org/drawingml/2006/main" noGrp="1"/>
          </p:cNvSpPr>
          <p:nvPr/>
        </p:nvSpPr>
        <p:spPr>
          <a:xfrm xmlns:a="http://schemas.openxmlformats.org/drawingml/2006/main">
            <a:off x="723900" y="3971925"/>
            <a:ext cx="1071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a:solidFill>
                  <a:srgbClr val="172E25"/>
                </a:solidFill>
                <a:latin typeface="DejaVu Sans"/>
                <a:ea typeface="DejaVu Sans"/>
                <a:cs typeface="DejaVu Sans"/>
              </a:defRPr>
            </a:defPPr>
            <a:lvl1pPr>
              <a:buNone/>
              <a:defRPr sz="1875">
                <a:solidFill>
                  <a:srgbClr val="172E25"/>
                </a:solidFill>
                <a:latin typeface="DejaVu Sans"/>
                <a:ea typeface="DejaVu Sans"/>
                <a:cs typeface="DejaVu Sans"/>
              </a:defRPr>
            </a:lvl1pPr>
            <a:lvl2pPr>
              <a:buNone/>
              <a:defRPr sz="1875">
                <a:solidFill>
                  <a:srgbClr val="172E25"/>
                </a:solidFill>
                <a:latin typeface="DejaVu Sans"/>
                <a:ea typeface="DejaVu Sans"/>
                <a:cs typeface="DejaVu Sans"/>
              </a:defRPr>
            </a:lvl2pPr>
            <a:lvl3pPr>
              <a:buNone/>
              <a:defRPr sz="1875">
                <a:solidFill>
                  <a:srgbClr val="172E25"/>
                </a:solidFill>
                <a:latin typeface="DejaVu Sans"/>
                <a:ea typeface="DejaVu Sans"/>
                <a:cs typeface="DejaVu Sans"/>
              </a:defRPr>
            </a:lvl3pPr>
            <a:lvl4pPr>
              <a:buNone/>
              <a:defRPr sz="1875">
                <a:solidFill>
                  <a:srgbClr val="172E25"/>
                </a:solidFill>
                <a:latin typeface="DejaVu Sans"/>
                <a:ea typeface="DejaVu Sans"/>
                <a:cs typeface="DejaVu Sans"/>
              </a:defRPr>
            </a:lvl4pPr>
            <a:lvl5pPr>
              <a:buNone/>
              <a:defRPr sz="1875">
                <a:solidFill>
                  <a:srgbClr val="172E25"/>
                </a:solidFill>
                <a:latin typeface="DejaVu Sans"/>
                <a:ea typeface="DejaVu Sans"/>
                <a:cs typeface="DejaVu Sans"/>
              </a:defRPr>
            </a:lvl5pPr>
            <a:lvl6pPr>
              <a:buNone/>
              <a:defRPr sz="1875">
                <a:solidFill>
                  <a:srgbClr val="172E25"/>
                </a:solidFill>
                <a:latin typeface="DejaVu Sans"/>
                <a:ea typeface="DejaVu Sans"/>
                <a:cs typeface="DejaVu Sans"/>
              </a:defRPr>
            </a:lvl6pPr>
            <a:lvl7pPr>
              <a:buNone/>
              <a:defRPr sz="1875">
                <a:solidFill>
                  <a:srgbClr val="172E25"/>
                </a:solidFill>
                <a:latin typeface="DejaVu Sans"/>
                <a:ea typeface="DejaVu Sans"/>
                <a:cs typeface="DejaVu Sans"/>
              </a:defRPr>
            </a:lvl7pPr>
            <a:lvl8pPr>
              <a:buNone/>
              <a:defRPr sz="1875">
                <a:solidFill>
                  <a:srgbClr val="172E25"/>
                </a:solidFill>
                <a:latin typeface="DejaVu Sans"/>
                <a:ea typeface="DejaVu Sans"/>
                <a:cs typeface="DejaVu Sans"/>
              </a:defRPr>
            </a:lvl8pPr>
            <a:lvl9pPr>
              <a:buNone/>
              <a:defRPr sz="1875">
                <a:solidFill>
                  <a:srgbClr val="172E25"/>
                </a:solidFill>
                <a:latin typeface="DejaVu Sans"/>
                <a:ea typeface="DejaVu Sans"/>
                <a:cs typeface="DejaVu Sans"/>
              </a:defRPr>
            </a:lvl9pPr>
          </a:lstStyle>
          <a:p xmlns:a="http://schemas.openxmlformats.org/drawingml/2006/main">
            <a:pPr>
              <a:buNone/>
              <a:defRPr sz="1875">
                <a:solidFill>
                  <a:srgbClr val="172E25"/>
                </a:solidFill>
                <a:latin typeface="DejaVu Sans"/>
                <a:ea typeface="DejaVu Sans"/>
                <a:cs typeface="DejaVu Sans"/>
              </a:defRPr>
            </a:pPr>
            <a:r>
              <a:rPr sz="1875">
                <a:solidFill>
                  <a:srgbClr val="172E25"/>
                </a:solidFill>
                <a:latin typeface="DejaVu Sans"/>
                <a:ea typeface="DejaVu Sans"/>
                <a:cs typeface="DejaVu Sans"/>
              </a:rPr>
              <a:t>NIST   Role based access control</a:t>
            </a:r>
          </a:p>
        </p:txBody>
      </p:sp>
      <p:sp>
        <p:nvSpPr>
          <p:cNvPr id="8" name="reference-5">
            <a:extLst xmlns:a="http://schemas.openxmlformats.org/drawingml/2006/main">
              <a:ext uri="{FF2B5EF4-FFF2-40B4-BE49-F238E27FC236}">
                <a16:creationId xmlns:a16="http://schemas.microsoft.com/office/drawing/2014/main" id="{53A8DC9A-550D-4819-AE1D-F6FECEF6CFD1}"/>
              </a:ext>
            </a:extLst>
          </p:cNvPr>
          <p:cNvSpPr>
            <a:spLocks xmlns:a="http://schemas.openxmlformats.org/drawingml/2006/main" noGrp="1"/>
          </p:cNvSpPr>
          <p:nvPr/>
        </p:nvSpPr>
        <p:spPr>
          <a:xfrm xmlns:a="http://schemas.openxmlformats.org/drawingml/2006/main">
            <a:off x="723900" y="4533900"/>
            <a:ext cx="1071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a:solidFill>
                  <a:srgbClr val="172E25"/>
                </a:solidFill>
                <a:latin typeface="DejaVu Sans"/>
                <a:ea typeface="DejaVu Sans"/>
                <a:cs typeface="DejaVu Sans"/>
              </a:defRPr>
            </a:defPPr>
            <a:lvl1pPr algn="l">
              <a:buNone/>
              <a:defRPr sz="1875">
                <a:solidFill>
                  <a:srgbClr val="172E25"/>
                </a:solidFill>
                <a:latin typeface="DejaVu Sans"/>
                <a:ea typeface="DejaVu Sans"/>
                <a:cs typeface="DejaVu Sans"/>
              </a:defRPr>
            </a:lvl1pPr>
            <a:lvl2pPr algn="l">
              <a:buNone/>
              <a:defRPr sz="1875">
                <a:solidFill>
                  <a:srgbClr val="172E25"/>
                </a:solidFill>
                <a:latin typeface="DejaVu Sans"/>
                <a:ea typeface="DejaVu Sans"/>
                <a:cs typeface="DejaVu Sans"/>
              </a:defRPr>
            </a:lvl2pPr>
            <a:lvl3pPr algn="l">
              <a:buNone/>
              <a:defRPr sz="1875">
                <a:solidFill>
                  <a:srgbClr val="172E25"/>
                </a:solidFill>
                <a:latin typeface="DejaVu Sans"/>
                <a:ea typeface="DejaVu Sans"/>
                <a:cs typeface="DejaVu Sans"/>
              </a:defRPr>
            </a:lvl3pPr>
            <a:lvl4pPr algn="l">
              <a:buNone/>
              <a:defRPr sz="1875">
                <a:solidFill>
                  <a:srgbClr val="172E25"/>
                </a:solidFill>
                <a:latin typeface="DejaVu Sans"/>
                <a:ea typeface="DejaVu Sans"/>
                <a:cs typeface="DejaVu Sans"/>
              </a:defRPr>
            </a:lvl4pPr>
            <a:lvl5pPr algn="l">
              <a:buNone/>
              <a:defRPr sz="1875">
                <a:solidFill>
                  <a:srgbClr val="172E25"/>
                </a:solidFill>
                <a:latin typeface="DejaVu Sans"/>
                <a:ea typeface="DejaVu Sans"/>
                <a:cs typeface="DejaVu Sans"/>
              </a:defRPr>
            </a:lvl5pPr>
            <a:lvl6pPr algn="l">
              <a:buNone/>
              <a:defRPr sz="1875">
                <a:solidFill>
                  <a:srgbClr val="172E25"/>
                </a:solidFill>
                <a:latin typeface="DejaVu Sans"/>
                <a:ea typeface="DejaVu Sans"/>
                <a:cs typeface="DejaVu Sans"/>
              </a:defRPr>
            </a:lvl6pPr>
            <a:lvl7pPr algn="l">
              <a:buNone/>
              <a:defRPr sz="1875">
                <a:solidFill>
                  <a:srgbClr val="172E25"/>
                </a:solidFill>
                <a:latin typeface="DejaVu Sans"/>
                <a:ea typeface="DejaVu Sans"/>
                <a:cs typeface="DejaVu Sans"/>
              </a:defRPr>
            </a:lvl7pPr>
            <a:lvl8pPr algn="l">
              <a:buNone/>
              <a:defRPr sz="1875">
                <a:solidFill>
                  <a:srgbClr val="172E25"/>
                </a:solidFill>
                <a:latin typeface="DejaVu Sans"/>
                <a:ea typeface="DejaVu Sans"/>
                <a:cs typeface="DejaVu Sans"/>
              </a:defRPr>
            </a:lvl8pPr>
            <a:lvl9pPr algn="l">
              <a:buNone/>
              <a:defRPr sz="1875">
                <a:solidFill>
                  <a:srgbClr val="172E25"/>
                </a:solidFill>
                <a:latin typeface="DejaVu Sans"/>
                <a:ea typeface="DejaVu Sans"/>
                <a:cs typeface="DejaVu Sans"/>
              </a:defRPr>
            </a:lvl9pPr>
          </a:lstStyle>
          <a:p xmlns:a="http://schemas.openxmlformats.org/drawingml/2006/main">
            <a:pPr algn="l">
              <a:buNone/>
              <a:defRPr sz="1875">
                <a:solidFill>
                  <a:srgbClr val="172E25"/>
                </a:solidFill>
                <a:latin typeface="DejaVu Sans"/>
                <a:ea typeface="DejaVu Sans"/>
                <a:cs typeface="DejaVu Sans"/>
              </a:defRPr>
            </a:pPr>
            <a:r>
              <a:rPr sz="1875">
                <a:solidFill>
                  <a:srgbClr val="172E25"/>
                </a:solidFill>
                <a:latin typeface="DejaVu Sans"/>
                <a:ea typeface="DejaVu Sans"/>
                <a:cs typeface="DejaVu Sans"/>
              </a:rPr>
              <a:t>OWASP 2025   ASVS 5.0.0 and application verification</a:t>
            </a:r>
          </a:p>
        </p:txBody>
      </p:sp>
      <p:sp>
        <p:nvSpPr>
          <p:cNvPr id="9" name="reference-6">
            <a:extLst xmlns:a="http://schemas.openxmlformats.org/drawingml/2006/main">
              <a:ext uri="{FF2B5EF4-FFF2-40B4-BE49-F238E27FC236}">
                <a16:creationId xmlns:a16="http://schemas.microsoft.com/office/drawing/2014/main" id="{AC9C9394-064A-4021-A517-DC29CC16665A}"/>
              </a:ext>
            </a:extLst>
          </p:cNvPr>
          <p:cNvSpPr>
            <a:spLocks xmlns:a="http://schemas.openxmlformats.org/drawingml/2006/main" noGrp="1"/>
          </p:cNvSpPr>
          <p:nvPr/>
        </p:nvSpPr>
        <p:spPr>
          <a:xfrm xmlns:a="http://schemas.openxmlformats.org/drawingml/2006/main">
            <a:off x="723900" y="5095875"/>
            <a:ext cx="1071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a:solidFill>
                  <a:srgbClr val="172E25"/>
                </a:solidFill>
                <a:latin typeface="DejaVu Sans"/>
                <a:ea typeface="DejaVu Sans"/>
                <a:cs typeface="DejaVu Sans"/>
              </a:defRPr>
            </a:defPPr>
            <a:lvl1pPr algn="l">
              <a:buNone/>
              <a:defRPr sz="1875">
                <a:solidFill>
                  <a:srgbClr val="172E25"/>
                </a:solidFill>
                <a:latin typeface="DejaVu Sans"/>
                <a:ea typeface="DejaVu Sans"/>
                <a:cs typeface="DejaVu Sans"/>
              </a:defRPr>
            </a:lvl1pPr>
            <a:lvl2pPr algn="l">
              <a:buNone/>
              <a:defRPr sz="1875">
                <a:solidFill>
                  <a:srgbClr val="172E25"/>
                </a:solidFill>
                <a:latin typeface="DejaVu Sans"/>
                <a:ea typeface="DejaVu Sans"/>
                <a:cs typeface="DejaVu Sans"/>
              </a:defRPr>
            </a:lvl2pPr>
            <a:lvl3pPr algn="l">
              <a:buNone/>
              <a:defRPr sz="1875">
                <a:solidFill>
                  <a:srgbClr val="172E25"/>
                </a:solidFill>
                <a:latin typeface="DejaVu Sans"/>
                <a:ea typeface="DejaVu Sans"/>
                <a:cs typeface="DejaVu Sans"/>
              </a:defRPr>
            </a:lvl3pPr>
            <a:lvl4pPr algn="l">
              <a:buNone/>
              <a:defRPr sz="1875">
                <a:solidFill>
                  <a:srgbClr val="172E25"/>
                </a:solidFill>
                <a:latin typeface="DejaVu Sans"/>
                <a:ea typeface="DejaVu Sans"/>
                <a:cs typeface="DejaVu Sans"/>
              </a:defRPr>
            </a:lvl4pPr>
            <a:lvl5pPr algn="l">
              <a:buNone/>
              <a:defRPr sz="1875">
                <a:solidFill>
                  <a:srgbClr val="172E25"/>
                </a:solidFill>
                <a:latin typeface="DejaVu Sans"/>
                <a:ea typeface="DejaVu Sans"/>
                <a:cs typeface="DejaVu Sans"/>
              </a:defRPr>
            </a:lvl5pPr>
            <a:lvl6pPr algn="l">
              <a:buNone/>
              <a:defRPr sz="1875">
                <a:solidFill>
                  <a:srgbClr val="172E25"/>
                </a:solidFill>
                <a:latin typeface="DejaVu Sans"/>
                <a:ea typeface="DejaVu Sans"/>
                <a:cs typeface="DejaVu Sans"/>
              </a:defRPr>
            </a:lvl6pPr>
            <a:lvl7pPr algn="l">
              <a:buNone/>
              <a:defRPr sz="1875">
                <a:solidFill>
                  <a:srgbClr val="172E25"/>
                </a:solidFill>
                <a:latin typeface="DejaVu Sans"/>
                <a:ea typeface="DejaVu Sans"/>
                <a:cs typeface="DejaVu Sans"/>
              </a:defRPr>
            </a:lvl7pPr>
            <a:lvl8pPr algn="l">
              <a:buNone/>
              <a:defRPr sz="1875">
                <a:solidFill>
                  <a:srgbClr val="172E25"/>
                </a:solidFill>
                <a:latin typeface="DejaVu Sans"/>
                <a:ea typeface="DejaVu Sans"/>
                <a:cs typeface="DejaVu Sans"/>
              </a:defRPr>
            </a:lvl8pPr>
            <a:lvl9pPr algn="l">
              <a:buNone/>
              <a:defRPr sz="1875">
                <a:solidFill>
                  <a:srgbClr val="172E25"/>
                </a:solidFill>
                <a:latin typeface="DejaVu Sans"/>
                <a:ea typeface="DejaVu Sans"/>
                <a:cs typeface="DejaVu Sans"/>
              </a:defRPr>
            </a:lvl9pPr>
          </a:lstStyle>
          <a:p xmlns:a="http://schemas.openxmlformats.org/drawingml/2006/main">
            <a:pPr algn="l">
              <a:buNone/>
              <a:defRPr sz="1875">
                <a:solidFill>
                  <a:srgbClr val="172E25"/>
                </a:solidFill>
                <a:latin typeface="DejaVu Sans"/>
                <a:ea typeface="DejaVu Sans"/>
                <a:cs typeface="DejaVu Sans"/>
              </a:defRPr>
            </a:pPr>
            <a:r>
              <a:rPr sz="1875">
                <a:solidFill>
                  <a:srgbClr val="172E25"/>
                </a:solidFill>
                <a:latin typeface="DejaVu Sans"/>
                <a:ea typeface="DejaVu Sans"/>
                <a:cs typeface="DejaVu Sans"/>
              </a:rPr>
              <a:t>NIST 2022   SSDF 1.1 and W3C 2024   WCAG 2.2</a:t>
            </a:r>
          </a:p>
        </p:txBody>
      </p:sp>
      <p:sp>
        <p:nvSpPr>
          <p:cNvPr id="10" name="full-bibliography">
            <a:extLst xmlns:a="http://schemas.openxmlformats.org/drawingml/2006/main">
              <a:ext uri="{FF2B5EF4-FFF2-40B4-BE49-F238E27FC236}">
                <a16:creationId xmlns:a16="http://schemas.microsoft.com/office/drawing/2014/main" id="{22C89B51-8ADD-49C1-BE8E-740658AF3452}"/>
              </a:ext>
            </a:extLst>
          </p:cNvPr>
          <p:cNvSpPr>
            <a:spLocks xmlns:a="http://schemas.openxmlformats.org/drawingml/2006/main" noGrp="1"/>
          </p:cNvSpPr>
          <p:nvPr/>
        </p:nvSpPr>
        <p:spPr>
          <a:xfrm xmlns:a="http://schemas.openxmlformats.org/drawingml/2006/main">
            <a:off x="723900" y="5953125"/>
            <a:ext cx="10715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a:solidFill>
                  <a:srgbClr val="50665A"/>
                </a:solidFill>
                <a:latin typeface="DejaVu Sans"/>
                <a:ea typeface="DejaVu Sans"/>
                <a:cs typeface="DejaVu Sans"/>
              </a:defRPr>
            </a:defPPr>
            <a:lvl1pPr>
              <a:buNone/>
              <a:defRPr sz="1575">
                <a:solidFill>
                  <a:srgbClr val="50665A"/>
                </a:solidFill>
                <a:latin typeface="DejaVu Sans"/>
                <a:ea typeface="DejaVu Sans"/>
                <a:cs typeface="DejaVu Sans"/>
              </a:defRPr>
            </a:lvl1pPr>
            <a:lvl2pPr>
              <a:buNone/>
              <a:defRPr sz="1575">
                <a:solidFill>
                  <a:srgbClr val="50665A"/>
                </a:solidFill>
                <a:latin typeface="DejaVu Sans"/>
                <a:ea typeface="DejaVu Sans"/>
                <a:cs typeface="DejaVu Sans"/>
              </a:defRPr>
            </a:lvl2pPr>
            <a:lvl3pPr>
              <a:buNone/>
              <a:defRPr sz="1575">
                <a:solidFill>
                  <a:srgbClr val="50665A"/>
                </a:solidFill>
                <a:latin typeface="DejaVu Sans"/>
                <a:ea typeface="DejaVu Sans"/>
                <a:cs typeface="DejaVu Sans"/>
              </a:defRPr>
            </a:lvl3pPr>
            <a:lvl4pPr>
              <a:buNone/>
              <a:defRPr sz="1575">
                <a:solidFill>
                  <a:srgbClr val="50665A"/>
                </a:solidFill>
                <a:latin typeface="DejaVu Sans"/>
                <a:ea typeface="DejaVu Sans"/>
                <a:cs typeface="DejaVu Sans"/>
              </a:defRPr>
            </a:lvl4pPr>
            <a:lvl5pPr>
              <a:buNone/>
              <a:defRPr sz="1575">
                <a:solidFill>
                  <a:srgbClr val="50665A"/>
                </a:solidFill>
                <a:latin typeface="DejaVu Sans"/>
                <a:ea typeface="DejaVu Sans"/>
                <a:cs typeface="DejaVu Sans"/>
              </a:defRPr>
            </a:lvl5pPr>
            <a:lvl6pPr>
              <a:buNone/>
              <a:defRPr sz="1575">
                <a:solidFill>
                  <a:srgbClr val="50665A"/>
                </a:solidFill>
                <a:latin typeface="DejaVu Sans"/>
                <a:ea typeface="DejaVu Sans"/>
                <a:cs typeface="DejaVu Sans"/>
              </a:defRPr>
            </a:lvl6pPr>
            <a:lvl7pPr>
              <a:buNone/>
              <a:defRPr sz="1575">
                <a:solidFill>
                  <a:srgbClr val="50665A"/>
                </a:solidFill>
                <a:latin typeface="DejaVu Sans"/>
                <a:ea typeface="DejaVu Sans"/>
                <a:cs typeface="DejaVu Sans"/>
              </a:defRPr>
            </a:lvl7pPr>
            <a:lvl8pPr>
              <a:buNone/>
              <a:defRPr sz="1575">
                <a:solidFill>
                  <a:srgbClr val="50665A"/>
                </a:solidFill>
                <a:latin typeface="DejaVu Sans"/>
                <a:ea typeface="DejaVu Sans"/>
                <a:cs typeface="DejaVu Sans"/>
              </a:defRPr>
            </a:lvl8pPr>
            <a:lvl9pPr>
              <a:buNone/>
              <a:defRPr sz="1575">
                <a:solidFill>
                  <a:srgbClr val="50665A"/>
                </a:solidFill>
                <a:latin typeface="DejaVu Sans"/>
                <a:ea typeface="DejaVu Sans"/>
                <a:cs typeface="DejaVu Sans"/>
              </a:defRPr>
            </a:lvl9pPr>
          </a:lstStyle>
          <a:p xmlns:a="http://schemas.openxmlformats.org/drawingml/2006/main">
            <a:pPr>
              <a:buNone/>
              <a:defRPr sz="1575">
                <a:solidFill>
                  <a:srgbClr val="50665A"/>
                </a:solidFill>
                <a:latin typeface="DejaVu Sans"/>
                <a:ea typeface="DejaVu Sans"/>
                <a:cs typeface="DejaVu Sans"/>
              </a:defRPr>
            </a:pPr>
            <a:r>
              <a:rPr sz="1575">
                <a:solidFill>
                  <a:srgbClr val="50665A"/>
                </a:solidFill>
                <a:latin typeface="DejaVu Sans"/>
                <a:ea typeface="DejaVu Sans"/>
                <a:cs typeface="DejaVu Sans"/>
              </a:rPr>
              <a:t>Complete bibliography and implementation evidence are included in the academic report.</a:t>
            </a:r>
          </a:p>
        </p:txBody>
      </p:sp>
    </p:spTree>
    <p:extLst>
      <p:ext uri="{BB962C8B-B14F-4D97-AF65-F5344CB8AC3E}">
        <p14:creationId xmlns:p14="http://schemas.microsoft.com/office/powerpoint/2010/main" val="761514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2026-10-23T06:20:09.7680000Z</dcterms:created>
  <dcterms:modified xsi:type="dcterms:W3CDTF">2026-10-23T06:20:09.7690000Z</dcterms:modified>
</coreProperties>
</file>